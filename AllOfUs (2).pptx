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0"/>
  </p:notesMasterIdLst>
  <p:sldIdLst>
    <p:sldId id="288" r:id="rId5"/>
    <p:sldId id="258" r:id="rId6"/>
    <p:sldId id="310" r:id="rId7"/>
    <p:sldId id="309" r:id="rId8"/>
    <p:sldId id="311" r:id="rId9"/>
    <p:sldId id="256" r:id="rId10"/>
    <p:sldId id="301" r:id="rId11"/>
    <p:sldId id="320" r:id="rId12"/>
    <p:sldId id="302" r:id="rId13"/>
    <p:sldId id="312" r:id="rId14"/>
    <p:sldId id="313" r:id="rId15"/>
    <p:sldId id="304" r:id="rId16"/>
    <p:sldId id="305" r:id="rId17"/>
    <p:sldId id="307" r:id="rId18"/>
    <p:sldId id="306" r:id="rId19"/>
    <p:sldId id="308" r:id="rId20"/>
    <p:sldId id="314" r:id="rId21"/>
    <p:sldId id="322" r:id="rId22"/>
    <p:sldId id="325" r:id="rId23"/>
    <p:sldId id="321" r:id="rId24"/>
    <p:sldId id="326" r:id="rId25"/>
    <p:sldId id="327" r:id="rId26"/>
    <p:sldId id="323" r:id="rId27"/>
    <p:sldId id="328" r:id="rId28"/>
    <p:sldId id="329" r:id="rId29"/>
    <p:sldId id="324" r:id="rId30"/>
    <p:sldId id="330" r:id="rId31"/>
    <p:sldId id="319" r:id="rId32"/>
    <p:sldId id="316" r:id="rId33"/>
    <p:sldId id="317" r:id="rId34"/>
    <p:sldId id="318" r:id="rId35"/>
    <p:sldId id="291" r:id="rId36"/>
    <p:sldId id="270" r:id="rId37"/>
    <p:sldId id="293" r:id="rId38"/>
    <p:sldId id="315" r:id="rId39"/>
  </p:sldIdLst>
  <p:sldSz cx="9144000" cy="5143500" type="screen16x9"/>
  <p:notesSz cx="6858000" cy="9144000"/>
  <p:custDataLst>
    <p:tags r:id="rId4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E73FF"/>
    <a:srgbClr val="E600FF"/>
    <a:srgbClr val="8000FF"/>
    <a:srgbClr val="4DE5FF"/>
    <a:srgbClr val="E7A12D"/>
    <a:srgbClr val="0592C1"/>
    <a:srgbClr val="EEE7F3"/>
    <a:srgbClr val="C7E7F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CA7D4C-F19D-BA38-10E1-BF32A18E4210}" v="7" dt="2025-11-13T14:21:02.0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458E55-220C-4A02-BF0F-A0728E13D1A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654EF-92F4-4E94-BAAC-740D39558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96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896" y="1085262"/>
            <a:ext cx="5349240" cy="1846681"/>
          </a:xfrm>
        </p:spPr>
        <p:txBody>
          <a:bodyPr anchor="b" anchorCtr="0"/>
          <a:lstStyle>
            <a:lvl1pPr algn="l">
              <a:lnSpc>
                <a:spcPct val="83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2072" y="3319544"/>
            <a:ext cx="4248150" cy="898923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ECAB4B7-018A-0EBB-A58F-9FCA59C75D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03938" y="0"/>
            <a:ext cx="3040062" cy="5143500"/>
          </a:xfrm>
          <a:solidFill>
            <a:schemeClr val="bg1">
              <a:lumMod val="85000"/>
            </a:schemeClr>
          </a:solidFill>
        </p:spPr>
        <p:txBody>
          <a:bodyPr tIns="100584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5984376-7EF8-C4F2-8073-BB3214F92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7663" y="4663440"/>
            <a:ext cx="1810512" cy="219456"/>
          </a:xfrm>
          <a:prstGeom prst="roundRect">
            <a:avLst>
              <a:gd name="adj" fmla="val 50000"/>
            </a:avLst>
          </a:prstGeom>
          <a:ln w="19050">
            <a:solidFill>
              <a:schemeClr val="bg1"/>
            </a:solidFill>
          </a:ln>
        </p:spPr>
        <p:txBody>
          <a:bodyPr vert="horz" lIns="182880" tIns="45720" rIns="91440" bIns="45720" rtlCol="0" anchor="ctr"/>
          <a:lstStyle>
            <a:lvl1pPr algn="l">
              <a:defRPr sz="1100" b="1">
                <a:solidFill>
                  <a:schemeClr val="bg1"/>
                </a:solidFill>
              </a:defRPr>
            </a:lvl1pPr>
          </a:lstStyle>
          <a:p>
            <a:r>
              <a:rPr lang="en-US"/>
              <a:t>NYU Langone Health</a:t>
            </a:r>
          </a:p>
        </p:txBody>
      </p:sp>
      <p:grpSp>
        <p:nvGrpSpPr>
          <p:cNvPr id="9" name="Graphic 6">
            <a:extLst>
              <a:ext uri="{FF2B5EF4-FFF2-40B4-BE49-F238E27FC236}">
                <a16:creationId xmlns:a16="http://schemas.microsoft.com/office/drawing/2014/main" id="{527931A5-0FFA-40A6-AC35-C276ED2C635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43751" y="256503"/>
            <a:ext cx="2560320" cy="659342"/>
            <a:chOff x="243131" y="4363879"/>
            <a:chExt cx="2050553" cy="528066"/>
          </a:xfrm>
          <a:solidFill>
            <a:srgbClr val="FFFFFF"/>
          </a:solidFill>
        </p:grpSpPr>
        <p:grpSp>
          <p:nvGrpSpPr>
            <p:cNvPr id="10" name="Graphic 6">
              <a:extLst>
                <a:ext uri="{FF2B5EF4-FFF2-40B4-BE49-F238E27FC236}">
                  <a16:creationId xmlns:a16="http://schemas.microsoft.com/office/drawing/2014/main" id="{A4A5EDC1-BE7E-541A-4775-E1F52B9D537D}"/>
                </a:ext>
              </a:extLst>
            </p:cNvPr>
            <p:cNvGrpSpPr/>
            <p:nvPr/>
          </p:nvGrpSpPr>
          <p:grpSpPr>
            <a:xfrm>
              <a:off x="243131" y="4363879"/>
              <a:ext cx="460142" cy="527338"/>
              <a:chOff x="243131" y="4363879"/>
              <a:chExt cx="460142" cy="527338"/>
            </a:xfrm>
            <a:solidFill>
              <a:srgbClr val="FFFFFF"/>
            </a:solidFill>
          </p:grpSpPr>
          <p:grpSp>
            <p:nvGrpSpPr>
              <p:cNvPr id="39" name="Graphic 6">
                <a:extLst>
                  <a:ext uri="{FF2B5EF4-FFF2-40B4-BE49-F238E27FC236}">
                    <a16:creationId xmlns:a16="http://schemas.microsoft.com/office/drawing/2014/main" id="{255DCC84-5BC2-C70D-1065-318F6A22B678}"/>
                  </a:ext>
                </a:extLst>
              </p:cNvPr>
              <p:cNvGrpSpPr/>
              <p:nvPr/>
            </p:nvGrpSpPr>
            <p:grpSpPr>
              <a:xfrm>
                <a:off x="243131" y="4363879"/>
                <a:ext cx="457650" cy="527338"/>
                <a:chOff x="243131" y="4363879"/>
                <a:chExt cx="457650" cy="527338"/>
              </a:xfrm>
              <a:solidFill>
                <a:srgbClr val="FFFFFF"/>
              </a:solidFill>
            </p:grpSpPr>
            <p:sp>
              <p:nvSpPr>
                <p:cNvPr id="41" name="Freeform 40">
                  <a:extLst>
                    <a:ext uri="{FF2B5EF4-FFF2-40B4-BE49-F238E27FC236}">
                      <a16:creationId xmlns:a16="http://schemas.microsoft.com/office/drawing/2014/main" id="{EFE98EBF-2DB2-8C74-CDC2-39C2DC98B2DF}"/>
                    </a:ext>
                  </a:extLst>
                </p:cNvPr>
                <p:cNvSpPr/>
                <p:nvPr/>
              </p:nvSpPr>
              <p:spPr>
                <a:xfrm>
                  <a:off x="265989" y="4363879"/>
                  <a:ext cx="434792" cy="163309"/>
                </a:xfrm>
                <a:custGeom>
                  <a:avLst/>
                  <a:gdLst>
                    <a:gd name="connsiteX0" fmla="*/ 434359 w 434792"/>
                    <a:gd name="connsiteY0" fmla="*/ 108547 h 163309"/>
                    <a:gd name="connsiteX1" fmla="*/ 434359 w 434792"/>
                    <a:gd name="connsiteY1" fmla="*/ 108547 h 163309"/>
                    <a:gd name="connsiteX2" fmla="*/ 431434 w 434792"/>
                    <a:gd name="connsiteY2" fmla="*/ 103657 h 163309"/>
                    <a:gd name="connsiteX3" fmla="*/ 396330 w 434792"/>
                    <a:gd name="connsiteY3" fmla="*/ 64541 h 163309"/>
                    <a:gd name="connsiteX4" fmla="*/ 234461 w 434792"/>
                    <a:gd name="connsiteY4" fmla="*/ 0 h 163309"/>
                    <a:gd name="connsiteX5" fmla="*/ 48214 w 434792"/>
                    <a:gd name="connsiteY5" fmla="*/ 86055 h 163309"/>
                    <a:gd name="connsiteX6" fmla="*/ 433 w 434792"/>
                    <a:gd name="connsiteY6" fmla="*/ 161354 h 163309"/>
                    <a:gd name="connsiteX7" fmla="*/ 433 w 434792"/>
                    <a:gd name="connsiteY7" fmla="*/ 163309 h 163309"/>
                    <a:gd name="connsiteX8" fmla="*/ 1408 w 434792"/>
                    <a:gd name="connsiteY8" fmla="*/ 161354 h 163309"/>
                    <a:gd name="connsiteX9" fmla="*/ 54065 w 434792"/>
                    <a:gd name="connsiteY9" fmla="*/ 94856 h 163309"/>
                    <a:gd name="connsiteX10" fmla="*/ 235436 w 434792"/>
                    <a:gd name="connsiteY10" fmla="*/ 32271 h 163309"/>
                    <a:gd name="connsiteX11" fmla="*/ 386579 w 434792"/>
                    <a:gd name="connsiteY11" fmla="*/ 73343 h 163309"/>
                    <a:gd name="connsiteX12" fmla="*/ 429484 w 434792"/>
                    <a:gd name="connsiteY12" fmla="*/ 105613 h 163309"/>
                    <a:gd name="connsiteX13" fmla="*/ 434359 w 434792"/>
                    <a:gd name="connsiteY13" fmla="*/ 108547 h 163309"/>
                    <a:gd name="connsiteX14" fmla="*/ 434359 w 434792"/>
                    <a:gd name="connsiteY14" fmla="*/ 108547 h 163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34792" h="163309">
                      <a:moveTo>
                        <a:pt x="434359" y="108547"/>
                      </a:moveTo>
                      <a:cubicBezTo>
                        <a:pt x="434359" y="108547"/>
                        <a:pt x="435334" y="108547"/>
                        <a:pt x="434359" y="108547"/>
                      </a:cubicBezTo>
                      <a:cubicBezTo>
                        <a:pt x="434359" y="107569"/>
                        <a:pt x="433384" y="106591"/>
                        <a:pt x="431434" y="103657"/>
                      </a:cubicBezTo>
                      <a:cubicBezTo>
                        <a:pt x="429484" y="100724"/>
                        <a:pt x="414857" y="81166"/>
                        <a:pt x="396330" y="64541"/>
                      </a:cubicBezTo>
                      <a:cubicBezTo>
                        <a:pt x="378778" y="47917"/>
                        <a:pt x="323196" y="0"/>
                        <a:pt x="234461" y="0"/>
                      </a:cubicBezTo>
                      <a:cubicBezTo>
                        <a:pt x="142800" y="0"/>
                        <a:pt x="80393" y="49873"/>
                        <a:pt x="48214" y="86055"/>
                      </a:cubicBezTo>
                      <a:cubicBezTo>
                        <a:pt x="17010" y="121260"/>
                        <a:pt x="1408" y="160376"/>
                        <a:pt x="433" y="161354"/>
                      </a:cubicBezTo>
                      <a:cubicBezTo>
                        <a:pt x="433" y="162331"/>
                        <a:pt x="-542" y="162331"/>
                        <a:pt x="433" y="163309"/>
                      </a:cubicBezTo>
                      <a:cubicBezTo>
                        <a:pt x="1408" y="163309"/>
                        <a:pt x="1408" y="162331"/>
                        <a:pt x="1408" y="161354"/>
                      </a:cubicBezTo>
                      <a:cubicBezTo>
                        <a:pt x="2384" y="160376"/>
                        <a:pt x="17985" y="124193"/>
                        <a:pt x="54065" y="94856"/>
                      </a:cubicBezTo>
                      <a:cubicBezTo>
                        <a:pt x="90144" y="65519"/>
                        <a:pt x="148651" y="32271"/>
                        <a:pt x="235436" y="32271"/>
                      </a:cubicBezTo>
                      <a:cubicBezTo>
                        <a:pt x="309545" y="32271"/>
                        <a:pt x="362201" y="58674"/>
                        <a:pt x="386579" y="73343"/>
                      </a:cubicBezTo>
                      <a:cubicBezTo>
                        <a:pt x="410956" y="88011"/>
                        <a:pt x="426558" y="102680"/>
                        <a:pt x="429484" y="105613"/>
                      </a:cubicBezTo>
                      <a:cubicBezTo>
                        <a:pt x="432409" y="107569"/>
                        <a:pt x="433384" y="107569"/>
                        <a:pt x="434359" y="108547"/>
                      </a:cubicBezTo>
                      <a:cubicBezTo>
                        <a:pt x="434359" y="108547"/>
                        <a:pt x="434359" y="108547"/>
                        <a:pt x="434359" y="10854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7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0A7BF817-D17F-07E5-1D31-BDCB934761B9}"/>
                    </a:ext>
                  </a:extLst>
                </p:cNvPr>
                <p:cNvSpPr/>
                <p:nvPr/>
              </p:nvSpPr>
              <p:spPr>
                <a:xfrm>
                  <a:off x="243131" y="4611287"/>
                  <a:ext cx="393834" cy="279929"/>
                </a:xfrm>
                <a:custGeom>
                  <a:avLst/>
                  <a:gdLst>
                    <a:gd name="connsiteX0" fmla="*/ 1839 w 393834"/>
                    <a:gd name="connsiteY0" fmla="*/ 0 h 279929"/>
                    <a:gd name="connsiteX1" fmla="*/ 1839 w 393834"/>
                    <a:gd name="connsiteY1" fmla="*/ 0 h 279929"/>
                    <a:gd name="connsiteX2" fmla="*/ 1839 w 393834"/>
                    <a:gd name="connsiteY2" fmla="*/ 3912 h 279929"/>
                    <a:gd name="connsiteX3" fmla="*/ 22316 w 393834"/>
                    <a:gd name="connsiteY3" fmla="*/ 93878 h 279929"/>
                    <a:gd name="connsiteX4" fmla="*/ 149081 w 393834"/>
                    <a:gd name="connsiteY4" fmla="*/ 221983 h 279929"/>
                    <a:gd name="connsiteX5" fmla="*/ 312900 w 393834"/>
                    <a:gd name="connsiteY5" fmla="*/ 251320 h 279929"/>
                    <a:gd name="connsiteX6" fmla="*/ 391885 w 393834"/>
                    <a:gd name="connsiteY6" fmla="*/ 228829 h 279929"/>
                    <a:gd name="connsiteX7" fmla="*/ 393835 w 393834"/>
                    <a:gd name="connsiteY7" fmla="*/ 227851 h 279929"/>
                    <a:gd name="connsiteX8" fmla="*/ 393835 w 393834"/>
                    <a:gd name="connsiteY8" fmla="*/ 227851 h 279929"/>
                    <a:gd name="connsiteX9" fmla="*/ 391885 w 393834"/>
                    <a:gd name="connsiteY9" fmla="*/ 228829 h 279929"/>
                    <a:gd name="connsiteX10" fmla="*/ 386034 w 393834"/>
                    <a:gd name="connsiteY10" fmla="*/ 233718 h 279929"/>
                    <a:gd name="connsiteX11" fmla="*/ 337278 w 393834"/>
                    <a:gd name="connsiteY11" fmla="*/ 261099 h 279929"/>
                    <a:gd name="connsiteX12" fmla="*/ 128604 w 393834"/>
                    <a:gd name="connsiteY12" fmla="*/ 250342 h 279929"/>
                    <a:gd name="connsiteX13" fmla="*/ 5739 w 393834"/>
                    <a:gd name="connsiteY13" fmla="*/ 81166 h 279929"/>
                    <a:gd name="connsiteX14" fmla="*/ 864 w 393834"/>
                    <a:gd name="connsiteY14" fmla="*/ 1956 h 279929"/>
                    <a:gd name="connsiteX15" fmla="*/ 1839 w 393834"/>
                    <a:gd name="connsiteY15" fmla="*/ 0 h 279929"/>
                    <a:gd name="connsiteX16" fmla="*/ 1839 w 393834"/>
                    <a:gd name="connsiteY16" fmla="*/ 0 h 2799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93834" h="279929">
                      <a:moveTo>
                        <a:pt x="1839" y="0"/>
                      </a:moveTo>
                      <a:cubicBezTo>
                        <a:pt x="2814" y="0"/>
                        <a:pt x="2814" y="0"/>
                        <a:pt x="1839" y="0"/>
                      </a:cubicBezTo>
                      <a:cubicBezTo>
                        <a:pt x="2814" y="978"/>
                        <a:pt x="1839" y="1956"/>
                        <a:pt x="1839" y="3912"/>
                      </a:cubicBezTo>
                      <a:cubicBezTo>
                        <a:pt x="1839" y="5867"/>
                        <a:pt x="-111" y="48895"/>
                        <a:pt x="22316" y="93878"/>
                      </a:cubicBezTo>
                      <a:cubicBezTo>
                        <a:pt x="44744" y="140818"/>
                        <a:pt x="84724" y="189713"/>
                        <a:pt x="149081" y="221983"/>
                      </a:cubicBezTo>
                      <a:cubicBezTo>
                        <a:pt x="209538" y="251320"/>
                        <a:pt x="269020" y="256210"/>
                        <a:pt x="312900" y="251320"/>
                      </a:cubicBezTo>
                      <a:cubicBezTo>
                        <a:pt x="355805" y="246431"/>
                        <a:pt x="387984" y="230784"/>
                        <a:pt x="391885" y="228829"/>
                      </a:cubicBezTo>
                      <a:cubicBezTo>
                        <a:pt x="393835" y="227851"/>
                        <a:pt x="393835" y="227851"/>
                        <a:pt x="393835" y="227851"/>
                      </a:cubicBezTo>
                      <a:cubicBezTo>
                        <a:pt x="393835" y="227851"/>
                        <a:pt x="393835" y="227851"/>
                        <a:pt x="393835" y="227851"/>
                      </a:cubicBezTo>
                      <a:cubicBezTo>
                        <a:pt x="393835" y="227851"/>
                        <a:pt x="392860" y="228829"/>
                        <a:pt x="391885" y="228829"/>
                      </a:cubicBezTo>
                      <a:cubicBezTo>
                        <a:pt x="390909" y="229807"/>
                        <a:pt x="388959" y="231762"/>
                        <a:pt x="386034" y="233718"/>
                      </a:cubicBezTo>
                      <a:cubicBezTo>
                        <a:pt x="381158" y="237630"/>
                        <a:pt x="371407" y="246431"/>
                        <a:pt x="337278" y="261099"/>
                      </a:cubicBezTo>
                      <a:cubicBezTo>
                        <a:pt x="289498" y="281635"/>
                        <a:pt x="208563" y="294348"/>
                        <a:pt x="128604" y="250342"/>
                      </a:cubicBezTo>
                      <a:cubicBezTo>
                        <a:pt x="51570" y="208293"/>
                        <a:pt x="17441" y="135928"/>
                        <a:pt x="5739" y="81166"/>
                      </a:cubicBezTo>
                      <a:cubicBezTo>
                        <a:pt x="-3037" y="39116"/>
                        <a:pt x="864" y="4890"/>
                        <a:pt x="864" y="1956"/>
                      </a:cubicBezTo>
                      <a:cubicBezTo>
                        <a:pt x="1839" y="978"/>
                        <a:pt x="1839" y="978"/>
                        <a:pt x="1839" y="0"/>
                      </a:cubicBezTo>
                      <a:cubicBezTo>
                        <a:pt x="1839" y="0"/>
                        <a:pt x="1839" y="0"/>
                        <a:pt x="183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7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64F4B3DC-4AB0-2333-640C-96F007E9B2C7}"/>
                  </a:ext>
                </a:extLst>
              </p:cNvPr>
              <p:cNvSpPr/>
              <p:nvPr/>
            </p:nvSpPr>
            <p:spPr>
              <a:xfrm>
                <a:off x="341507" y="4535011"/>
                <a:ext cx="361767" cy="157441"/>
              </a:xfrm>
              <a:custGeom>
                <a:avLst/>
                <a:gdLst>
                  <a:gd name="connsiteX0" fmla="*/ 201849 w 361767"/>
                  <a:gd name="connsiteY0" fmla="*/ 154508 h 157441"/>
                  <a:gd name="connsiteX1" fmla="*/ 201849 w 361767"/>
                  <a:gd name="connsiteY1" fmla="*/ 93878 h 157441"/>
                  <a:gd name="connsiteX2" fmla="*/ 245729 w 361767"/>
                  <a:gd name="connsiteY2" fmla="*/ 0 h 157441"/>
                  <a:gd name="connsiteX3" fmla="*/ 211600 w 361767"/>
                  <a:gd name="connsiteY3" fmla="*/ 0 h 157441"/>
                  <a:gd name="connsiteX4" fmla="*/ 185272 w 361767"/>
                  <a:gd name="connsiteY4" fmla="*/ 61608 h 157441"/>
                  <a:gd name="connsiteX5" fmla="*/ 158944 w 361767"/>
                  <a:gd name="connsiteY5" fmla="*/ 0 h 157441"/>
                  <a:gd name="connsiteX6" fmla="*/ 123840 w 361767"/>
                  <a:gd name="connsiteY6" fmla="*/ 0 h 157441"/>
                  <a:gd name="connsiteX7" fmla="*/ 167720 w 361767"/>
                  <a:gd name="connsiteY7" fmla="*/ 93878 h 157441"/>
                  <a:gd name="connsiteX8" fmla="*/ 167720 w 361767"/>
                  <a:gd name="connsiteY8" fmla="*/ 154508 h 157441"/>
                  <a:gd name="connsiteX9" fmla="*/ 201849 w 361767"/>
                  <a:gd name="connsiteY9" fmla="*/ 154508 h 157441"/>
                  <a:gd name="connsiteX10" fmla="*/ 81910 w 361767"/>
                  <a:gd name="connsiteY10" fmla="*/ 88989 h 157441"/>
                  <a:gd name="connsiteX11" fmla="*/ 35104 w 361767"/>
                  <a:gd name="connsiteY11" fmla="*/ 978 h 157441"/>
                  <a:gd name="connsiteX12" fmla="*/ 35104 w 361767"/>
                  <a:gd name="connsiteY12" fmla="*/ 0 h 157441"/>
                  <a:gd name="connsiteX13" fmla="*/ 0 w 361767"/>
                  <a:gd name="connsiteY13" fmla="*/ 0 h 157441"/>
                  <a:gd name="connsiteX14" fmla="*/ 0 w 361767"/>
                  <a:gd name="connsiteY14" fmla="*/ 155486 h 157441"/>
                  <a:gd name="connsiteX15" fmla="*/ 31204 w 361767"/>
                  <a:gd name="connsiteY15" fmla="*/ 155486 h 157441"/>
                  <a:gd name="connsiteX16" fmla="*/ 31204 w 361767"/>
                  <a:gd name="connsiteY16" fmla="*/ 63564 h 157441"/>
                  <a:gd name="connsiteX17" fmla="*/ 81910 w 361767"/>
                  <a:gd name="connsiteY17" fmla="*/ 154508 h 157441"/>
                  <a:gd name="connsiteX18" fmla="*/ 82885 w 361767"/>
                  <a:gd name="connsiteY18" fmla="*/ 155486 h 157441"/>
                  <a:gd name="connsiteX19" fmla="*/ 114088 w 361767"/>
                  <a:gd name="connsiteY19" fmla="*/ 155486 h 157441"/>
                  <a:gd name="connsiteX20" fmla="*/ 114088 w 361767"/>
                  <a:gd name="connsiteY20" fmla="*/ 0 h 157441"/>
                  <a:gd name="connsiteX21" fmla="*/ 82885 w 361767"/>
                  <a:gd name="connsiteY21" fmla="*/ 0 h 157441"/>
                  <a:gd name="connsiteX22" fmla="*/ 82885 w 361767"/>
                  <a:gd name="connsiteY22" fmla="*/ 88989 h 157441"/>
                  <a:gd name="connsiteX23" fmla="*/ 361767 w 361767"/>
                  <a:gd name="connsiteY23" fmla="*/ 100724 h 157441"/>
                  <a:gd name="connsiteX24" fmla="*/ 361767 w 361767"/>
                  <a:gd name="connsiteY24" fmla="*/ 0 h 157441"/>
                  <a:gd name="connsiteX25" fmla="*/ 328613 w 361767"/>
                  <a:gd name="connsiteY25" fmla="*/ 0 h 157441"/>
                  <a:gd name="connsiteX26" fmla="*/ 328613 w 361767"/>
                  <a:gd name="connsiteY26" fmla="*/ 99746 h 157441"/>
                  <a:gd name="connsiteX27" fmla="*/ 309111 w 361767"/>
                  <a:gd name="connsiteY27" fmla="*/ 128105 h 157441"/>
                  <a:gd name="connsiteX28" fmla="*/ 289609 w 361767"/>
                  <a:gd name="connsiteY28" fmla="*/ 99746 h 157441"/>
                  <a:gd name="connsiteX29" fmla="*/ 289609 w 361767"/>
                  <a:gd name="connsiteY29" fmla="*/ 0 h 157441"/>
                  <a:gd name="connsiteX30" fmla="*/ 255480 w 361767"/>
                  <a:gd name="connsiteY30" fmla="*/ 0 h 157441"/>
                  <a:gd name="connsiteX31" fmla="*/ 255480 w 361767"/>
                  <a:gd name="connsiteY31" fmla="*/ 100724 h 157441"/>
                  <a:gd name="connsiteX32" fmla="*/ 309111 w 361767"/>
                  <a:gd name="connsiteY32" fmla="*/ 157442 h 157441"/>
                  <a:gd name="connsiteX33" fmla="*/ 361767 w 361767"/>
                  <a:gd name="connsiteY33" fmla="*/ 100724 h 157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361767" h="157441">
                    <a:moveTo>
                      <a:pt x="201849" y="154508"/>
                    </a:moveTo>
                    <a:lnTo>
                      <a:pt x="201849" y="93878"/>
                    </a:lnTo>
                    <a:lnTo>
                      <a:pt x="245729" y="0"/>
                    </a:lnTo>
                    <a:lnTo>
                      <a:pt x="211600" y="0"/>
                    </a:lnTo>
                    <a:lnTo>
                      <a:pt x="185272" y="61608"/>
                    </a:lnTo>
                    <a:lnTo>
                      <a:pt x="158944" y="0"/>
                    </a:lnTo>
                    <a:lnTo>
                      <a:pt x="123840" y="0"/>
                    </a:lnTo>
                    <a:lnTo>
                      <a:pt x="167720" y="93878"/>
                    </a:lnTo>
                    <a:lnTo>
                      <a:pt x="167720" y="154508"/>
                    </a:lnTo>
                    <a:lnTo>
                      <a:pt x="201849" y="154508"/>
                    </a:lnTo>
                    <a:close/>
                    <a:moveTo>
                      <a:pt x="81910" y="88989"/>
                    </a:moveTo>
                    <a:cubicBezTo>
                      <a:pt x="71183" y="67475"/>
                      <a:pt x="37054" y="3912"/>
                      <a:pt x="35104" y="978"/>
                    </a:cubicBezTo>
                    <a:lnTo>
                      <a:pt x="35104" y="0"/>
                    </a:lnTo>
                    <a:lnTo>
                      <a:pt x="0" y="0"/>
                    </a:lnTo>
                    <a:lnTo>
                      <a:pt x="0" y="155486"/>
                    </a:lnTo>
                    <a:lnTo>
                      <a:pt x="31204" y="155486"/>
                    </a:lnTo>
                    <a:lnTo>
                      <a:pt x="31204" y="63564"/>
                    </a:lnTo>
                    <a:cubicBezTo>
                      <a:pt x="42905" y="85077"/>
                      <a:pt x="79959" y="150597"/>
                      <a:pt x="81910" y="154508"/>
                    </a:cubicBezTo>
                    <a:lnTo>
                      <a:pt x="82885" y="155486"/>
                    </a:lnTo>
                    <a:lnTo>
                      <a:pt x="114088" y="155486"/>
                    </a:lnTo>
                    <a:lnTo>
                      <a:pt x="114088" y="0"/>
                    </a:lnTo>
                    <a:lnTo>
                      <a:pt x="82885" y="0"/>
                    </a:lnTo>
                    <a:lnTo>
                      <a:pt x="82885" y="88989"/>
                    </a:lnTo>
                    <a:close/>
                    <a:moveTo>
                      <a:pt x="361767" y="100724"/>
                    </a:moveTo>
                    <a:lnTo>
                      <a:pt x="361767" y="0"/>
                    </a:lnTo>
                    <a:lnTo>
                      <a:pt x="328613" y="0"/>
                    </a:lnTo>
                    <a:lnTo>
                      <a:pt x="328613" y="99746"/>
                    </a:lnTo>
                    <a:cubicBezTo>
                      <a:pt x="328613" y="120282"/>
                      <a:pt x="322763" y="128105"/>
                      <a:pt x="309111" y="128105"/>
                    </a:cubicBezTo>
                    <a:cubicBezTo>
                      <a:pt x="294484" y="128105"/>
                      <a:pt x="289609" y="120282"/>
                      <a:pt x="289609" y="99746"/>
                    </a:cubicBezTo>
                    <a:lnTo>
                      <a:pt x="289609" y="0"/>
                    </a:lnTo>
                    <a:lnTo>
                      <a:pt x="255480" y="0"/>
                    </a:lnTo>
                    <a:lnTo>
                      <a:pt x="255480" y="100724"/>
                    </a:lnTo>
                    <a:cubicBezTo>
                      <a:pt x="255480" y="137884"/>
                      <a:pt x="274007" y="157442"/>
                      <a:pt x="309111" y="157442"/>
                    </a:cubicBezTo>
                    <a:cubicBezTo>
                      <a:pt x="344215" y="157442"/>
                      <a:pt x="361767" y="138862"/>
                      <a:pt x="361767" y="1007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" name="Graphic 6">
              <a:extLst>
                <a:ext uri="{FF2B5EF4-FFF2-40B4-BE49-F238E27FC236}">
                  <a16:creationId xmlns:a16="http://schemas.microsoft.com/office/drawing/2014/main" id="{FCA2F23C-EC06-E528-7C70-28B28D3A212D}"/>
                </a:ext>
              </a:extLst>
            </p:cNvPr>
            <p:cNvGrpSpPr/>
            <p:nvPr/>
          </p:nvGrpSpPr>
          <p:grpSpPr>
            <a:xfrm>
              <a:off x="898297" y="4574127"/>
              <a:ext cx="765464" cy="118325"/>
              <a:chOff x="898297" y="4574127"/>
              <a:chExt cx="765464" cy="118325"/>
            </a:xfrm>
            <a:solidFill>
              <a:srgbClr val="FFFFFF"/>
            </a:solidFill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3286BF2F-A124-F5E1-26F1-A2C550F0EE07}"/>
                  </a:ext>
                </a:extLst>
              </p:cNvPr>
              <p:cNvSpPr/>
              <p:nvPr/>
            </p:nvSpPr>
            <p:spPr>
              <a:xfrm>
                <a:off x="898297" y="4575105"/>
                <a:ext cx="67282" cy="115392"/>
              </a:xfrm>
              <a:custGeom>
                <a:avLst/>
                <a:gdLst>
                  <a:gd name="connsiteX0" fmla="*/ 34129 w 67282"/>
                  <a:gd name="connsiteY0" fmla="*/ 115392 h 115392"/>
                  <a:gd name="connsiteX1" fmla="*/ 0 w 67282"/>
                  <a:gd name="connsiteY1" fmla="*/ 115392 h 115392"/>
                  <a:gd name="connsiteX2" fmla="*/ 0 w 67282"/>
                  <a:gd name="connsiteY2" fmla="*/ 1956 h 115392"/>
                  <a:gd name="connsiteX3" fmla="*/ 34129 w 67282"/>
                  <a:gd name="connsiteY3" fmla="*/ 1956 h 115392"/>
                  <a:gd name="connsiteX4" fmla="*/ 34129 w 67282"/>
                  <a:gd name="connsiteY4" fmla="*/ 16624 h 115392"/>
                  <a:gd name="connsiteX5" fmla="*/ 64358 w 67282"/>
                  <a:gd name="connsiteY5" fmla="*/ 0 h 115392"/>
                  <a:gd name="connsiteX6" fmla="*/ 66308 w 67282"/>
                  <a:gd name="connsiteY6" fmla="*/ 0 h 115392"/>
                  <a:gd name="connsiteX7" fmla="*/ 67283 w 67282"/>
                  <a:gd name="connsiteY7" fmla="*/ 0 h 115392"/>
                  <a:gd name="connsiteX8" fmla="*/ 67283 w 67282"/>
                  <a:gd name="connsiteY8" fmla="*/ 28359 h 115392"/>
                  <a:gd name="connsiteX9" fmla="*/ 65333 w 67282"/>
                  <a:gd name="connsiteY9" fmla="*/ 28359 h 115392"/>
                  <a:gd name="connsiteX10" fmla="*/ 59482 w 67282"/>
                  <a:gd name="connsiteY10" fmla="*/ 27381 h 115392"/>
                  <a:gd name="connsiteX11" fmla="*/ 34129 w 67282"/>
                  <a:gd name="connsiteY11" fmla="*/ 39116 h 115392"/>
                  <a:gd name="connsiteX12" fmla="*/ 34129 w 67282"/>
                  <a:gd name="connsiteY12" fmla="*/ 115392 h 115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7282" h="115392">
                    <a:moveTo>
                      <a:pt x="34129" y="115392"/>
                    </a:moveTo>
                    <a:lnTo>
                      <a:pt x="0" y="115392"/>
                    </a:lnTo>
                    <a:lnTo>
                      <a:pt x="0" y="1956"/>
                    </a:lnTo>
                    <a:lnTo>
                      <a:pt x="34129" y="1956"/>
                    </a:lnTo>
                    <a:lnTo>
                      <a:pt x="34129" y="16624"/>
                    </a:lnTo>
                    <a:cubicBezTo>
                      <a:pt x="39980" y="7823"/>
                      <a:pt x="48756" y="0"/>
                      <a:pt x="64358" y="0"/>
                    </a:cubicBezTo>
                    <a:cubicBezTo>
                      <a:pt x="64358" y="0"/>
                      <a:pt x="66308" y="0"/>
                      <a:pt x="66308" y="0"/>
                    </a:cubicBezTo>
                    <a:lnTo>
                      <a:pt x="67283" y="0"/>
                    </a:lnTo>
                    <a:lnTo>
                      <a:pt x="67283" y="28359"/>
                    </a:lnTo>
                    <a:lnTo>
                      <a:pt x="65333" y="28359"/>
                    </a:lnTo>
                    <a:cubicBezTo>
                      <a:pt x="64358" y="28359"/>
                      <a:pt x="60457" y="27381"/>
                      <a:pt x="59482" y="27381"/>
                    </a:cubicBezTo>
                    <a:cubicBezTo>
                      <a:pt x="45830" y="27381"/>
                      <a:pt x="37054" y="35204"/>
                      <a:pt x="34129" y="39116"/>
                    </a:cubicBezTo>
                    <a:lnTo>
                      <a:pt x="34129" y="115392"/>
                    </a:ln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345685BE-9A89-C299-7AF6-C28DAAD9AD09}"/>
                  </a:ext>
                </a:extLst>
              </p:cNvPr>
              <p:cNvSpPr/>
              <p:nvPr/>
            </p:nvSpPr>
            <p:spPr>
              <a:xfrm>
                <a:off x="1182055" y="4576083"/>
                <a:ext cx="93659" cy="116370"/>
              </a:xfrm>
              <a:custGeom>
                <a:avLst/>
                <a:gdLst>
                  <a:gd name="connsiteX0" fmla="*/ 48756 w 93659"/>
                  <a:gd name="connsiteY0" fmla="*/ 116370 h 116370"/>
                  <a:gd name="connsiteX1" fmla="*/ 975 w 93659"/>
                  <a:gd name="connsiteY1" fmla="*/ 96812 h 116370"/>
                  <a:gd name="connsiteX2" fmla="*/ 0 w 93659"/>
                  <a:gd name="connsiteY2" fmla="*/ 95834 h 116370"/>
                  <a:gd name="connsiteX3" fmla="*/ 17552 w 93659"/>
                  <a:gd name="connsiteY3" fmla="*/ 77254 h 116370"/>
                  <a:gd name="connsiteX4" fmla="*/ 18527 w 93659"/>
                  <a:gd name="connsiteY4" fmla="*/ 78232 h 116370"/>
                  <a:gd name="connsiteX5" fmla="*/ 48756 w 93659"/>
                  <a:gd name="connsiteY5" fmla="*/ 92901 h 116370"/>
                  <a:gd name="connsiteX6" fmla="*/ 62407 w 93659"/>
                  <a:gd name="connsiteY6" fmla="*/ 84099 h 116370"/>
                  <a:gd name="connsiteX7" fmla="*/ 41930 w 93659"/>
                  <a:gd name="connsiteY7" fmla="*/ 70409 h 116370"/>
                  <a:gd name="connsiteX8" fmla="*/ 4876 w 93659"/>
                  <a:gd name="connsiteY8" fmla="*/ 34227 h 116370"/>
                  <a:gd name="connsiteX9" fmla="*/ 47781 w 93659"/>
                  <a:gd name="connsiteY9" fmla="*/ 0 h 116370"/>
                  <a:gd name="connsiteX10" fmla="*/ 89711 w 93659"/>
                  <a:gd name="connsiteY10" fmla="*/ 17602 h 116370"/>
                  <a:gd name="connsiteX11" fmla="*/ 90686 w 93659"/>
                  <a:gd name="connsiteY11" fmla="*/ 18580 h 116370"/>
                  <a:gd name="connsiteX12" fmla="*/ 73134 w 93659"/>
                  <a:gd name="connsiteY12" fmla="*/ 37160 h 116370"/>
                  <a:gd name="connsiteX13" fmla="*/ 72158 w 93659"/>
                  <a:gd name="connsiteY13" fmla="*/ 36182 h 116370"/>
                  <a:gd name="connsiteX14" fmla="*/ 47781 w 93659"/>
                  <a:gd name="connsiteY14" fmla="*/ 24448 h 116370"/>
                  <a:gd name="connsiteX15" fmla="*/ 37054 w 93659"/>
                  <a:gd name="connsiteY15" fmla="*/ 32271 h 116370"/>
                  <a:gd name="connsiteX16" fmla="*/ 56557 w 93659"/>
                  <a:gd name="connsiteY16" fmla="*/ 45961 h 116370"/>
                  <a:gd name="connsiteX17" fmla="*/ 93611 w 93659"/>
                  <a:gd name="connsiteY17" fmla="*/ 82144 h 116370"/>
                  <a:gd name="connsiteX18" fmla="*/ 48756 w 93659"/>
                  <a:gd name="connsiteY18" fmla="*/ 116370 h 116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3659" h="116370">
                    <a:moveTo>
                      <a:pt x="48756" y="116370"/>
                    </a:moveTo>
                    <a:cubicBezTo>
                      <a:pt x="27303" y="116370"/>
                      <a:pt x="12677" y="110503"/>
                      <a:pt x="975" y="96812"/>
                    </a:cubicBezTo>
                    <a:lnTo>
                      <a:pt x="0" y="95834"/>
                    </a:lnTo>
                    <a:lnTo>
                      <a:pt x="17552" y="77254"/>
                    </a:lnTo>
                    <a:lnTo>
                      <a:pt x="18527" y="78232"/>
                    </a:lnTo>
                    <a:cubicBezTo>
                      <a:pt x="27303" y="87033"/>
                      <a:pt x="39005" y="92901"/>
                      <a:pt x="48756" y="92901"/>
                    </a:cubicBezTo>
                    <a:cubicBezTo>
                      <a:pt x="54606" y="92901"/>
                      <a:pt x="62407" y="90945"/>
                      <a:pt x="62407" y="84099"/>
                    </a:cubicBezTo>
                    <a:cubicBezTo>
                      <a:pt x="62407" y="76276"/>
                      <a:pt x="53631" y="73343"/>
                      <a:pt x="41930" y="70409"/>
                    </a:cubicBezTo>
                    <a:cubicBezTo>
                      <a:pt x="25353" y="65519"/>
                      <a:pt x="4876" y="59652"/>
                      <a:pt x="4876" y="34227"/>
                    </a:cubicBezTo>
                    <a:cubicBezTo>
                      <a:pt x="4876" y="10757"/>
                      <a:pt x="26328" y="0"/>
                      <a:pt x="47781" y="0"/>
                    </a:cubicBezTo>
                    <a:cubicBezTo>
                      <a:pt x="63382" y="0"/>
                      <a:pt x="79959" y="6845"/>
                      <a:pt x="89711" y="17602"/>
                    </a:cubicBezTo>
                    <a:lnTo>
                      <a:pt x="90686" y="18580"/>
                    </a:lnTo>
                    <a:lnTo>
                      <a:pt x="73134" y="37160"/>
                    </a:lnTo>
                    <a:lnTo>
                      <a:pt x="72158" y="36182"/>
                    </a:lnTo>
                    <a:cubicBezTo>
                      <a:pt x="63382" y="27381"/>
                      <a:pt x="55582" y="24448"/>
                      <a:pt x="47781" y="24448"/>
                    </a:cubicBezTo>
                    <a:cubicBezTo>
                      <a:pt x="43880" y="24448"/>
                      <a:pt x="37054" y="25425"/>
                      <a:pt x="37054" y="32271"/>
                    </a:cubicBezTo>
                    <a:cubicBezTo>
                      <a:pt x="37054" y="40094"/>
                      <a:pt x="45830" y="42050"/>
                      <a:pt x="56557" y="45961"/>
                    </a:cubicBezTo>
                    <a:cubicBezTo>
                      <a:pt x="73134" y="50851"/>
                      <a:pt x="93611" y="56718"/>
                      <a:pt x="93611" y="82144"/>
                    </a:cubicBezTo>
                    <a:cubicBezTo>
                      <a:pt x="94586" y="98768"/>
                      <a:pt x="80935" y="116370"/>
                      <a:pt x="48756" y="1163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8626F236-20C4-58CA-8422-B5606D28F440}"/>
                  </a:ext>
                </a:extLst>
              </p:cNvPr>
              <p:cNvSpPr/>
              <p:nvPr/>
            </p:nvSpPr>
            <p:spPr>
              <a:xfrm>
                <a:off x="1079668" y="4576083"/>
                <a:ext cx="93659" cy="116370"/>
              </a:xfrm>
              <a:custGeom>
                <a:avLst/>
                <a:gdLst>
                  <a:gd name="connsiteX0" fmla="*/ 48756 w 93659"/>
                  <a:gd name="connsiteY0" fmla="*/ 116370 h 116370"/>
                  <a:gd name="connsiteX1" fmla="*/ 975 w 93659"/>
                  <a:gd name="connsiteY1" fmla="*/ 96812 h 116370"/>
                  <a:gd name="connsiteX2" fmla="*/ 0 w 93659"/>
                  <a:gd name="connsiteY2" fmla="*/ 95834 h 116370"/>
                  <a:gd name="connsiteX3" fmla="*/ 17552 w 93659"/>
                  <a:gd name="connsiteY3" fmla="*/ 77254 h 116370"/>
                  <a:gd name="connsiteX4" fmla="*/ 18527 w 93659"/>
                  <a:gd name="connsiteY4" fmla="*/ 78232 h 116370"/>
                  <a:gd name="connsiteX5" fmla="*/ 48756 w 93659"/>
                  <a:gd name="connsiteY5" fmla="*/ 92901 h 116370"/>
                  <a:gd name="connsiteX6" fmla="*/ 62407 w 93659"/>
                  <a:gd name="connsiteY6" fmla="*/ 84099 h 116370"/>
                  <a:gd name="connsiteX7" fmla="*/ 41930 w 93659"/>
                  <a:gd name="connsiteY7" fmla="*/ 70409 h 116370"/>
                  <a:gd name="connsiteX8" fmla="*/ 4876 w 93659"/>
                  <a:gd name="connsiteY8" fmla="*/ 34227 h 116370"/>
                  <a:gd name="connsiteX9" fmla="*/ 47781 w 93659"/>
                  <a:gd name="connsiteY9" fmla="*/ 0 h 116370"/>
                  <a:gd name="connsiteX10" fmla="*/ 89711 w 93659"/>
                  <a:gd name="connsiteY10" fmla="*/ 17602 h 116370"/>
                  <a:gd name="connsiteX11" fmla="*/ 90686 w 93659"/>
                  <a:gd name="connsiteY11" fmla="*/ 18580 h 116370"/>
                  <a:gd name="connsiteX12" fmla="*/ 73134 w 93659"/>
                  <a:gd name="connsiteY12" fmla="*/ 37160 h 116370"/>
                  <a:gd name="connsiteX13" fmla="*/ 72158 w 93659"/>
                  <a:gd name="connsiteY13" fmla="*/ 36182 h 116370"/>
                  <a:gd name="connsiteX14" fmla="*/ 47781 w 93659"/>
                  <a:gd name="connsiteY14" fmla="*/ 24448 h 116370"/>
                  <a:gd name="connsiteX15" fmla="*/ 37054 w 93659"/>
                  <a:gd name="connsiteY15" fmla="*/ 32271 h 116370"/>
                  <a:gd name="connsiteX16" fmla="*/ 56557 w 93659"/>
                  <a:gd name="connsiteY16" fmla="*/ 45961 h 116370"/>
                  <a:gd name="connsiteX17" fmla="*/ 93611 w 93659"/>
                  <a:gd name="connsiteY17" fmla="*/ 82144 h 116370"/>
                  <a:gd name="connsiteX18" fmla="*/ 48756 w 93659"/>
                  <a:gd name="connsiteY18" fmla="*/ 116370 h 116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3659" h="116370">
                    <a:moveTo>
                      <a:pt x="48756" y="116370"/>
                    </a:moveTo>
                    <a:cubicBezTo>
                      <a:pt x="27303" y="116370"/>
                      <a:pt x="12677" y="110503"/>
                      <a:pt x="975" y="96812"/>
                    </a:cubicBezTo>
                    <a:lnTo>
                      <a:pt x="0" y="95834"/>
                    </a:lnTo>
                    <a:lnTo>
                      <a:pt x="17552" y="77254"/>
                    </a:lnTo>
                    <a:lnTo>
                      <a:pt x="18527" y="78232"/>
                    </a:lnTo>
                    <a:cubicBezTo>
                      <a:pt x="27303" y="87033"/>
                      <a:pt x="39005" y="92901"/>
                      <a:pt x="48756" y="92901"/>
                    </a:cubicBezTo>
                    <a:cubicBezTo>
                      <a:pt x="54606" y="92901"/>
                      <a:pt x="62407" y="90945"/>
                      <a:pt x="62407" y="84099"/>
                    </a:cubicBezTo>
                    <a:cubicBezTo>
                      <a:pt x="62407" y="76276"/>
                      <a:pt x="53631" y="73343"/>
                      <a:pt x="41930" y="70409"/>
                    </a:cubicBezTo>
                    <a:cubicBezTo>
                      <a:pt x="25353" y="65519"/>
                      <a:pt x="4876" y="59652"/>
                      <a:pt x="4876" y="34227"/>
                    </a:cubicBezTo>
                    <a:cubicBezTo>
                      <a:pt x="4876" y="10757"/>
                      <a:pt x="26328" y="0"/>
                      <a:pt x="47781" y="0"/>
                    </a:cubicBezTo>
                    <a:cubicBezTo>
                      <a:pt x="63382" y="0"/>
                      <a:pt x="79959" y="6845"/>
                      <a:pt x="89711" y="17602"/>
                    </a:cubicBezTo>
                    <a:lnTo>
                      <a:pt x="90686" y="18580"/>
                    </a:lnTo>
                    <a:lnTo>
                      <a:pt x="73134" y="37160"/>
                    </a:lnTo>
                    <a:lnTo>
                      <a:pt x="72158" y="36182"/>
                    </a:lnTo>
                    <a:cubicBezTo>
                      <a:pt x="63382" y="27381"/>
                      <a:pt x="55582" y="24448"/>
                      <a:pt x="47781" y="24448"/>
                    </a:cubicBezTo>
                    <a:cubicBezTo>
                      <a:pt x="43880" y="24448"/>
                      <a:pt x="37054" y="25425"/>
                      <a:pt x="37054" y="32271"/>
                    </a:cubicBezTo>
                    <a:cubicBezTo>
                      <a:pt x="37054" y="40094"/>
                      <a:pt x="45830" y="42050"/>
                      <a:pt x="56557" y="45961"/>
                    </a:cubicBezTo>
                    <a:cubicBezTo>
                      <a:pt x="73134" y="50851"/>
                      <a:pt x="93611" y="56718"/>
                      <a:pt x="93611" y="82144"/>
                    </a:cubicBezTo>
                    <a:cubicBezTo>
                      <a:pt x="94586" y="98768"/>
                      <a:pt x="80935" y="116370"/>
                      <a:pt x="48756" y="1163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0AFFE907-4BA0-E27A-4E99-0224FDD26EBC}"/>
                  </a:ext>
                </a:extLst>
              </p:cNvPr>
              <p:cNvSpPr/>
              <p:nvPr/>
            </p:nvSpPr>
            <p:spPr>
              <a:xfrm>
                <a:off x="1291268" y="4574127"/>
                <a:ext cx="152117" cy="118325"/>
              </a:xfrm>
              <a:custGeom>
                <a:avLst/>
                <a:gdLst>
                  <a:gd name="connsiteX0" fmla="*/ 152118 w 152117"/>
                  <a:gd name="connsiteY0" fmla="*/ 116370 h 118325"/>
                  <a:gd name="connsiteX1" fmla="*/ 118964 w 152117"/>
                  <a:gd name="connsiteY1" fmla="*/ 116370 h 118325"/>
                  <a:gd name="connsiteX2" fmla="*/ 118964 w 152117"/>
                  <a:gd name="connsiteY2" fmla="*/ 41072 h 118325"/>
                  <a:gd name="connsiteX3" fmla="*/ 110188 w 152117"/>
                  <a:gd name="connsiteY3" fmla="*/ 29337 h 118325"/>
                  <a:gd name="connsiteX4" fmla="*/ 93611 w 152117"/>
                  <a:gd name="connsiteY4" fmla="*/ 39116 h 118325"/>
                  <a:gd name="connsiteX5" fmla="*/ 93611 w 152117"/>
                  <a:gd name="connsiteY5" fmla="*/ 117348 h 118325"/>
                  <a:gd name="connsiteX6" fmla="*/ 59482 w 152117"/>
                  <a:gd name="connsiteY6" fmla="*/ 117348 h 118325"/>
                  <a:gd name="connsiteX7" fmla="*/ 59482 w 152117"/>
                  <a:gd name="connsiteY7" fmla="*/ 42050 h 118325"/>
                  <a:gd name="connsiteX8" fmla="*/ 51681 w 152117"/>
                  <a:gd name="connsiteY8" fmla="*/ 30315 h 118325"/>
                  <a:gd name="connsiteX9" fmla="*/ 34129 w 152117"/>
                  <a:gd name="connsiteY9" fmla="*/ 40094 h 118325"/>
                  <a:gd name="connsiteX10" fmla="*/ 34129 w 152117"/>
                  <a:gd name="connsiteY10" fmla="*/ 118326 h 118325"/>
                  <a:gd name="connsiteX11" fmla="*/ 0 w 152117"/>
                  <a:gd name="connsiteY11" fmla="*/ 118326 h 118325"/>
                  <a:gd name="connsiteX12" fmla="*/ 0 w 152117"/>
                  <a:gd name="connsiteY12" fmla="*/ 2934 h 118325"/>
                  <a:gd name="connsiteX13" fmla="*/ 34129 w 152117"/>
                  <a:gd name="connsiteY13" fmla="*/ 2934 h 118325"/>
                  <a:gd name="connsiteX14" fmla="*/ 34129 w 152117"/>
                  <a:gd name="connsiteY14" fmla="*/ 14669 h 118325"/>
                  <a:gd name="connsiteX15" fmla="*/ 65333 w 152117"/>
                  <a:gd name="connsiteY15" fmla="*/ 0 h 118325"/>
                  <a:gd name="connsiteX16" fmla="*/ 91661 w 152117"/>
                  <a:gd name="connsiteY16" fmla="*/ 15646 h 118325"/>
                  <a:gd name="connsiteX17" fmla="*/ 123840 w 152117"/>
                  <a:gd name="connsiteY17" fmla="*/ 0 h 118325"/>
                  <a:gd name="connsiteX18" fmla="*/ 152118 w 152117"/>
                  <a:gd name="connsiteY18" fmla="*/ 31293 h 118325"/>
                  <a:gd name="connsiteX19" fmla="*/ 152118 w 152117"/>
                  <a:gd name="connsiteY19" fmla="*/ 116370 h 118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52117" h="118325">
                    <a:moveTo>
                      <a:pt x="152118" y="116370"/>
                    </a:moveTo>
                    <a:lnTo>
                      <a:pt x="118964" y="116370"/>
                    </a:lnTo>
                    <a:lnTo>
                      <a:pt x="118964" y="41072"/>
                    </a:lnTo>
                    <a:cubicBezTo>
                      <a:pt x="118964" y="32271"/>
                      <a:pt x="117014" y="29337"/>
                      <a:pt x="110188" y="29337"/>
                    </a:cubicBezTo>
                    <a:cubicBezTo>
                      <a:pt x="104337" y="29337"/>
                      <a:pt x="97511" y="34227"/>
                      <a:pt x="93611" y="39116"/>
                    </a:cubicBezTo>
                    <a:lnTo>
                      <a:pt x="93611" y="117348"/>
                    </a:lnTo>
                    <a:lnTo>
                      <a:pt x="59482" y="117348"/>
                    </a:lnTo>
                    <a:lnTo>
                      <a:pt x="59482" y="42050"/>
                    </a:lnTo>
                    <a:cubicBezTo>
                      <a:pt x="59482" y="33249"/>
                      <a:pt x="57532" y="30315"/>
                      <a:pt x="51681" y="30315"/>
                    </a:cubicBezTo>
                    <a:cubicBezTo>
                      <a:pt x="45830" y="30315"/>
                      <a:pt x="39005" y="35204"/>
                      <a:pt x="34129" y="40094"/>
                    </a:cubicBezTo>
                    <a:lnTo>
                      <a:pt x="34129" y="118326"/>
                    </a:lnTo>
                    <a:lnTo>
                      <a:pt x="0" y="118326"/>
                    </a:lnTo>
                    <a:lnTo>
                      <a:pt x="0" y="2934"/>
                    </a:lnTo>
                    <a:lnTo>
                      <a:pt x="34129" y="2934"/>
                    </a:lnTo>
                    <a:lnTo>
                      <a:pt x="34129" y="14669"/>
                    </a:lnTo>
                    <a:cubicBezTo>
                      <a:pt x="40955" y="6845"/>
                      <a:pt x="51681" y="0"/>
                      <a:pt x="65333" y="0"/>
                    </a:cubicBezTo>
                    <a:cubicBezTo>
                      <a:pt x="79959" y="0"/>
                      <a:pt x="87760" y="3912"/>
                      <a:pt x="91661" y="15646"/>
                    </a:cubicBezTo>
                    <a:cubicBezTo>
                      <a:pt x="98487" y="6845"/>
                      <a:pt x="110188" y="0"/>
                      <a:pt x="123840" y="0"/>
                    </a:cubicBezTo>
                    <a:cubicBezTo>
                      <a:pt x="142367" y="0"/>
                      <a:pt x="152118" y="9779"/>
                      <a:pt x="152118" y="31293"/>
                    </a:cubicBezTo>
                    <a:lnTo>
                      <a:pt x="152118" y="116370"/>
                    </a:ln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A2C7D0EE-D568-1589-771C-A75A24C613FA}"/>
                  </a:ext>
                </a:extLst>
              </p:cNvPr>
              <p:cNvSpPr/>
              <p:nvPr/>
            </p:nvSpPr>
            <p:spPr>
              <a:xfrm>
                <a:off x="1458012" y="4574127"/>
                <a:ext cx="96536" cy="117348"/>
              </a:xfrm>
              <a:custGeom>
                <a:avLst/>
                <a:gdLst>
                  <a:gd name="connsiteX0" fmla="*/ 28278 w 96536"/>
                  <a:gd name="connsiteY0" fmla="*/ 117348 h 117348"/>
                  <a:gd name="connsiteX1" fmla="*/ 0 w 96536"/>
                  <a:gd name="connsiteY1" fmla="*/ 88011 h 117348"/>
                  <a:gd name="connsiteX2" fmla="*/ 60457 w 96536"/>
                  <a:gd name="connsiteY2" fmla="*/ 42050 h 117348"/>
                  <a:gd name="connsiteX3" fmla="*/ 60457 w 96536"/>
                  <a:gd name="connsiteY3" fmla="*/ 38138 h 117348"/>
                  <a:gd name="connsiteX4" fmla="*/ 50706 w 96536"/>
                  <a:gd name="connsiteY4" fmla="*/ 26403 h 117348"/>
                  <a:gd name="connsiteX5" fmla="*/ 20477 w 96536"/>
                  <a:gd name="connsiteY5" fmla="*/ 38138 h 117348"/>
                  <a:gd name="connsiteX6" fmla="*/ 4876 w 96536"/>
                  <a:gd name="connsiteY6" fmla="*/ 17602 h 117348"/>
                  <a:gd name="connsiteX7" fmla="*/ 56557 w 96536"/>
                  <a:gd name="connsiteY7" fmla="*/ 0 h 117348"/>
                  <a:gd name="connsiteX8" fmla="*/ 93611 w 96536"/>
                  <a:gd name="connsiteY8" fmla="*/ 37160 h 117348"/>
                  <a:gd name="connsiteX9" fmla="*/ 93611 w 96536"/>
                  <a:gd name="connsiteY9" fmla="*/ 87033 h 117348"/>
                  <a:gd name="connsiteX10" fmla="*/ 96536 w 96536"/>
                  <a:gd name="connsiteY10" fmla="*/ 114414 h 117348"/>
                  <a:gd name="connsiteX11" fmla="*/ 96536 w 96536"/>
                  <a:gd name="connsiteY11" fmla="*/ 115392 h 117348"/>
                  <a:gd name="connsiteX12" fmla="*/ 63382 w 96536"/>
                  <a:gd name="connsiteY12" fmla="*/ 115392 h 117348"/>
                  <a:gd name="connsiteX13" fmla="*/ 61432 w 96536"/>
                  <a:gd name="connsiteY13" fmla="*/ 103657 h 117348"/>
                  <a:gd name="connsiteX14" fmla="*/ 28278 w 96536"/>
                  <a:gd name="connsiteY14" fmla="*/ 117348 h 117348"/>
                  <a:gd name="connsiteX15" fmla="*/ 60457 w 96536"/>
                  <a:gd name="connsiteY15" fmla="*/ 60630 h 117348"/>
                  <a:gd name="connsiteX16" fmla="*/ 32179 w 96536"/>
                  <a:gd name="connsiteY16" fmla="*/ 82144 h 117348"/>
                  <a:gd name="connsiteX17" fmla="*/ 41930 w 96536"/>
                  <a:gd name="connsiteY17" fmla="*/ 91923 h 117348"/>
                  <a:gd name="connsiteX18" fmla="*/ 60457 w 96536"/>
                  <a:gd name="connsiteY18" fmla="*/ 84099 h 117348"/>
                  <a:gd name="connsiteX19" fmla="*/ 60457 w 96536"/>
                  <a:gd name="connsiteY19" fmla="*/ 60630 h 117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6536" h="117348">
                    <a:moveTo>
                      <a:pt x="28278" y="117348"/>
                    </a:moveTo>
                    <a:cubicBezTo>
                      <a:pt x="9751" y="117348"/>
                      <a:pt x="0" y="107569"/>
                      <a:pt x="0" y="88011"/>
                    </a:cubicBezTo>
                    <a:cubicBezTo>
                      <a:pt x="0" y="64541"/>
                      <a:pt x="19502" y="49873"/>
                      <a:pt x="60457" y="42050"/>
                    </a:cubicBezTo>
                    <a:lnTo>
                      <a:pt x="60457" y="38138"/>
                    </a:lnTo>
                    <a:cubicBezTo>
                      <a:pt x="60457" y="29337"/>
                      <a:pt x="57532" y="26403"/>
                      <a:pt x="50706" y="26403"/>
                    </a:cubicBezTo>
                    <a:cubicBezTo>
                      <a:pt x="38029" y="26403"/>
                      <a:pt x="26328" y="34227"/>
                      <a:pt x="20477" y="38138"/>
                    </a:cubicBezTo>
                    <a:lnTo>
                      <a:pt x="4876" y="17602"/>
                    </a:lnTo>
                    <a:cubicBezTo>
                      <a:pt x="18527" y="5867"/>
                      <a:pt x="37054" y="0"/>
                      <a:pt x="56557" y="0"/>
                    </a:cubicBezTo>
                    <a:cubicBezTo>
                      <a:pt x="81910" y="0"/>
                      <a:pt x="93611" y="10757"/>
                      <a:pt x="93611" y="37160"/>
                    </a:cubicBezTo>
                    <a:lnTo>
                      <a:pt x="93611" y="87033"/>
                    </a:lnTo>
                    <a:cubicBezTo>
                      <a:pt x="93611" y="101702"/>
                      <a:pt x="94586" y="108547"/>
                      <a:pt x="96536" y="114414"/>
                    </a:cubicBezTo>
                    <a:lnTo>
                      <a:pt x="96536" y="115392"/>
                    </a:lnTo>
                    <a:cubicBezTo>
                      <a:pt x="96536" y="115392"/>
                      <a:pt x="63382" y="115392"/>
                      <a:pt x="63382" y="115392"/>
                    </a:cubicBezTo>
                    <a:cubicBezTo>
                      <a:pt x="62407" y="112459"/>
                      <a:pt x="61432" y="108547"/>
                      <a:pt x="61432" y="103657"/>
                    </a:cubicBezTo>
                    <a:cubicBezTo>
                      <a:pt x="51681" y="113436"/>
                      <a:pt x="40955" y="117348"/>
                      <a:pt x="28278" y="117348"/>
                    </a:cubicBezTo>
                    <a:close/>
                    <a:moveTo>
                      <a:pt x="60457" y="60630"/>
                    </a:moveTo>
                    <a:cubicBezTo>
                      <a:pt x="40955" y="64541"/>
                      <a:pt x="32179" y="71387"/>
                      <a:pt x="32179" y="82144"/>
                    </a:cubicBezTo>
                    <a:cubicBezTo>
                      <a:pt x="32179" y="88989"/>
                      <a:pt x="35104" y="91923"/>
                      <a:pt x="41930" y="91923"/>
                    </a:cubicBezTo>
                    <a:cubicBezTo>
                      <a:pt x="48756" y="91923"/>
                      <a:pt x="54606" y="88989"/>
                      <a:pt x="60457" y="84099"/>
                    </a:cubicBezTo>
                    <a:lnTo>
                      <a:pt x="60457" y="60630"/>
                    </a:ln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05C8FDF8-9E66-4746-F4A3-7EE096F9A5B7}"/>
                  </a:ext>
                </a:extLst>
              </p:cNvPr>
              <p:cNvSpPr/>
              <p:nvPr/>
            </p:nvSpPr>
            <p:spPr>
              <a:xfrm>
                <a:off x="971430" y="4575105"/>
                <a:ext cx="99461" cy="117347"/>
              </a:xfrm>
              <a:custGeom>
                <a:avLst/>
                <a:gdLst>
                  <a:gd name="connsiteX0" fmla="*/ 49731 w 99461"/>
                  <a:gd name="connsiteY0" fmla="*/ 0 h 117347"/>
                  <a:gd name="connsiteX1" fmla="*/ 0 w 99461"/>
                  <a:gd name="connsiteY1" fmla="*/ 58674 h 117347"/>
                  <a:gd name="connsiteX2" fmla="*/ 49731 w 99461"/>
                  <a:gd name="connsiteY2" fmla="*/ 117348 h 117347"/>
                  <a:gd name="connsiteX3" fmla="*/ 99462 w 99461"/>
                  <a:gd name="connsiteY3" fmla="*/ 58674 h 117347"/>
                  <a:gd name="connsiteX4" fmla="*/ 49731 w 99461"/>
                  <a:gd name="connsiteY4" fmla="*/ 0 h 117347"/>
                  <a:gd name="connsiteX5" fmla="*/ 49731 w 99461"/>
                  <a:gd name="connsiteY5" fmla="*/ 89967 h 117347"/>
                  <a:gd name="connsiteX6" fmla="*/ 34129 w 99461"/>
                  <a:gd name="connsiteY6" fmla="*/ 58674 h 117347"/>
                  <a:gd name="connsiteX7" fmla="*/ 49731 w 99461"/>
                  <a:gd name="connsiteY7" fmla="*/ 28359 h 117347"/>
                  <a:gd name="connsiteX8" fmla="*/ 65333 w 99461"/>
                  <a:gd name="connsiteY8" fmla="*/ 58674 h 117347"/>
                  <a:gd name="connsiteX9" fmla="*/ 49731 w 99461"/>
                  <a:gd name="connsiteY9" fmla="*/ 89967 h 117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9461" h="117347">
                    <a:moveTo>
                      <a:pt x="49731" y="0"/>
                    </a:moveTo>
                    <a:cubicBezTo>
                      <a:pt x="12677" y="0"/>
                      <a:pt x="0" y="30315"/>
                      <a:pt x="0" y="58674"/>
                    </a:cubicBezTo>
                    <a:cubicBezTo>
                      <a:pt x="0" y="101702"/>
                      <a:pt x="25353" y="117348"/>
                      <a:pt x="49731" y="117348"/>
                    </a:cubicBezTo>
                    <a:cubicBezTo>
                      <a:pt x="74109" y="117348"/>
                      <a:pt x="99462" y="101702"/>
                      <a:pt x="99462" y="58674"/>
                    </a:cubicBezTo>
                    <a:cubicBezTo>
                      <a:pt x="99462" y="14668"/>
                      <a:pt x="74109" y="0"/>
                      <a:pt x="49731" y="0"/>
                    </a:cubicBezTo>
                    <a:close/>
                    <a:moveTo>
                      <a:pt x="49731" y="89967"/>
                    </a:moveTo>
                    <a:cubicBezTo>
                      <a:pt x="42905" y="89967"/>
                      <a:pt x="34129" y="87033"/>
                      <a:pt x="34129" y="58674"/>
                    </a:cubicBezTo>
                    <a:cubicBezTo>
                      <a:pt x="34129" y="31293"/>
                      <a:pt x="42905" y="28359"/>
                      <a:pt x="49731" y="28359"/>
                    </a:cubicBezTo>
                    <a:cubicBezTo>
                      <a:pt x="56557" y="28359"/>
                      <a:pt x="65333" y="31293"/>
                      <a:pt x="65333" y="58674"/>
                    </a:cubicBezTo>
                    <a:cubicBezTo>
                      <a:pt x="65333" y="86055"/>
                      <a:pt x="57532" y="89967"/>
                      <a:pt x="49731" y="8996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7742B5E9-610E-C6D1-218C-BC19DBF45F90}"/>
                  </a:ext>
                </a:extLst>
              </p:cNvPr>
              <p:cNvSpPr/>
              <p:nvPr/>
            </p:nvSpPr>
            <p:spPr>
              <a:xfrm>
                <a:off x="1571126" y="4575105"/>
                <a:ext cx="92635" cy="114414"/>
              </a:xfrm>
              <a:custGeom>
                <a:avLst/>
                <a:gdLst>
                  <a:gd name="connsiteX0" fmla="*/ 64357 w 92635"/>
                  <a:gd name="connsiteY0" fmla="*/ 0 h 114414"/>
                  <a:gd name="connsiteX1" fmla="*/ 34129 w 92635"/>
                  <a:gd name="connsiteY1" fmla="*/ 13691 h 114414"/>
                  <a:gd name="connsiteX2" fmla="*/ 34129 w 92635"/>
                  <a:gd name="connsiteY2" fmla="*/ 1956 h 114414"/>
                  <a:gd name="connsiteX3" fmla="*/ 0 w 92635"/>
                  <a:gd name="connsiteY3" fmla="*/ 1956 h 114414"/>
                  <a:gd name="connsiteX4" fmla="*/ 0 w 92635"/>
                  <a:gd name="connsiteY4" fmla="*/ 114414 h 114414"/>
                  <a:gd name="connsiteX5" fmla="*/ 34129 w 92635"/>
                  <a:gd name="connsiteY5" fmla="*/ 114414 h 114414"/>
                  <a:gd name="connsiteX6" fmla="*/ 34129 w 92635"/>
                  <a:gd name="connsiteY6" fmla="*/ 37160 h 114414"/>
                  <a:gd name="connsiteX7" fmla="*/ 50706 w 92635"/>
                  <a:gd name="connsiteY7" fmla="*/ 28359 h 114414"/>
                  <a:gd name="connsiteX8" fmla="*/ 58507 w 92635"/>
                  <a:gd name="connsiteY8" fmla="*/ 39116 h 114414"/>
                  <a:gd name="connsiteX9" fmla="*/ 58507 w 92635"/>
                  <a:gd name="connsiteY9" fmla="*/ 114414 h 114414"/>
                  <a:gd name="connsiteX10" fmla="*/ 92636 w 92635"/>
                  <a:gd name="connsiteY10" fmla="*/ 114414 h 114414"/>
                  <a:gd name="connsiteX11" fmla="*/ 92636 w 92635"/>
                  <a:gd name="connsiteY11" fmla="*/ 30315 h 114414"/>
                  <a:gd name="connsiteX12" fmla="*/ 64357 w 92635"/>
                  <a:gd name="connsiteY12" fmla="*/ 0 h 114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2635" h="114414">
                    <a:moveTo>
                      <a:pt x="64357" y="0"/>
                    </a:moveTo>
                    <a:cubicBezTo>
                      <a:pt x="51681" y="0"/>
                      <a:pt x="40955" y="6845"/>
                      <a:pt x="34129" y="13691"/>
                    </a:cubicBezTo>
                    <a:lnTo>
                      <a:pt x="34129" y="1956"/>
                    </a:lnTo>
                    <a:lnTo>
                      <a:pt x="0" y="1956"/>
                    </a:lnTo>
                    <a:lnTo>
                      <a:pt x="0" y="114414"/>
                    </a:lnTo>
                    <a:lnTo>
                      <a:pt x="34129" y="114414"/>
                    </a:lnTo>
                    <a:lnTo>
                      <a:pt x="34129" y="37160"/>
                    </a:lnTo>
                    <a:cubicBezTo>
                      <a:pt x="40955" y="31293"/>
                      <a:pt x="45830" y="28359"/>
                      <a:pt x="50706" y="28359"/>
                    </a:cubicBezTo>
                    <a:cubicBezTo>
                      <a:pt x="54606" y="28359"/>
                      <a:pt x="58507" y="29337"/>
                      <a:pt x="58507" y="39116"/>
                    </a:cubicBezTo>
                    <a:lnTo>
                      <a:pt x="58507" y="114414"/>
                    </a:lnTo>
                    <a:lnTo>
                      <a:pt x="92636" y="114414"/>
                    </a:lnTo>
                    <a:lnTo>
                      <a:pt x="92636" y="30315"/>
                    </a:lnTo>
                    <a:cubicBezTo>
                      <a:pt x="92636" y="9779"/>
                      <a:pt x="82885" y="0"/>
                      <a:pt x="643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A6916D0-C4AC-97B3-683E-A5A0076A4628}"/>
                </a:ext>
              </a:extLst>
            </p:cNvPr>
            <p:cNvSpPr/>
            <p:nvPr/>
          </p:nvSpPr>
          <p:spPr>
            <a:xfrm>
              <a:off x="650618" y="4732547"/>
              <a:ext cx="112138" cy="159397"/>
            </a:xfrm>
            <a:custGeom>
              <a:avLst/>
              <a:gdLst>
                <a:gd name="connsiteX0" fmla="*/ 67283 w 112138"/>
                <a:gd name="connsiteY0" fmla="*/ 64541 h 159397"/>
                <a:gd name="connsiteX1" fmla="*/ 64358 w 112138"/>
                <a:gd name="connsiteY1" fmla="*/ 63564 h 159397"/>
                <a:gd name="connsiteX2" fmla="*/ 40955 w 112138"/>
                <a:gd name="connsiteY2" fmla="*/ 42050 h 159397"/>
                <a:gd name="connsiteX3" fmla="*/ 55582 w 112138"/>
                <a:gd name="connsiteY3" fmla="*/ 29337 h 159397"/>
                <a:gd name="connsiteX4" fmla="*/ 80934 w 112138"/>
                <a:gd name="connsiteY4" fmla="*/ 49873 h 159397"/>
                <a:gd name="connsiteX5" fmla="*/ 81910 w 112138"/>
                <a:gd name="connsiteY5" fmla="*/ 51829 h 159397"/>
                <a:gd name="connsiteX6" fmla="*/ 109213 w 112138"/>
                <a:gd name="connsiteY6" fmla="*/ 37160 h 159397"/>
                <a:gd name="connsiteX7" fmla="*/ 108238 w 112138"/>
                <a:gd name="connsiteY7" fmla="*/ 35204 h 159397"/>
                <a:gd name="connsiteX8" fmla="*/ 55582 w 112138"/>
                <a:gd name="connsiteY8" fmla="*/ 0 h 159397"/>
                <a:gd name="connsiteX9" fmla="*/ 5851 w 112138"/>
                <a:gd name="connsiteY9" fmla="*/ 44006 h 159397"/>
                <a:gd name="connsiteX10" fmla="*/ 49731 w 112138"/>
                <a:gd name="connsiteY10" fmla="*/ 93878 h 159397"/>
                <a:gd name="connsiteX11" fmla="*/ 50706 w 112138"/>
                <a:gd name="connsiteY11" fmla="*/ 94856 h 159397"/>
                <a:gd name="connsiteX12" fmla="*/ 76059 w 112138"/>
                <a:gd name="connsiteY12" fmla="*/ 117348 h 159397"/>
                <a:gd name="connsiteX13" fmla="*/ 58507 w 112138"/>
                <a:gd name="connsiteY13" fmla="*/ 132017 h 159397"/>
                <a:gd name="connsiteX14" fmla="*/ 29253 w 112138"/>
                <a:gd name="connsiteY14" fmla="*/ 109525 h 159397"/>
                <a:gd name="connsiteX15" fmla="*/ 28278 w 112138"/>
                <a:gd name="connsiteY15" fmla="*/ 107569 h 159397"/>
                <a:gd name="connsiteX16" fmla="*/ 0 w 112138"/>
                <a:gd name="connsiteY16" fmla="*/ 120282 h 159397"/>
                <a:gd name="connsiteX17" fmla="*/ 975 w 112138"/>
                <a:gd name="connsiteY17" fmla="*/ 122238 h 159397"/>
                <a:gd name="connsiteX18" fmla="*/ 59482 w 112138"/>
                <a:gd name="connsiteY18" fmla="*/ 159398 h 159397"/>
                <a:gd name="connsiteX19" fmla="*/ 112138 w 112138"/>
                <a:gd name="connsiteY19" fmla="*/ 114414 h 159397"/>
                <a:gd name="connsiteX20" fmla="*/ 67283 w 112138"/>
                <a:gd name="connsiteY20" fmla="*/ 64541 h 15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2138" h="159397">
                  <a:moveTo>
                    <a:pt x="67283" y="64541"/>
                  </a:moveTo>
                  <a:lnTo>
                    <a:pt x="64358" y="63564"/>
                  </a:lnTo>
                  <a:cubicBezTo>
                    <a:pt x="50706" y="57696"/>
                    <a:pt x="40955" y="51829"/>
                    <a:pt x="40955" y="42050"/>
                  </a:cubicBezTo>
                  <a:cubicBezTo>
                    <a:pt x="40955" y="34227"/>
                    <a:pt x="46805" y="29337"/>
                    <a:pt x="55582" y="29337"/>
                  </a:cubicBezTo>
                  <a:cubicBezTo>
                    <a:pt x="66308" y="29337"/>
                    <a:pt x="74109" y="36182"/>
                    <a:pt x="80934" y="49873"/>
                  </a:cubicBezTo>
                  <a:lnTo>
                    <a:pt x="81910" y="51829"/>
                  </a:lnTo>
                  <a:lnTo>
                    <a:pt x="109213" y="37160"/>
                  </a:lnTo>
                  <a:lnTo>
                    <a:pt x="108238" y="35204"/>
                  </a:lnTo>
                  <a:cubicBezTo>
                    <a:pt x="97511" y="11735"/>
                    <a:pt x="79959" y="0"/>
                    <a:pt x="55582" y="0"/>
                  </a:cubicBezTo>
                  <a:cubicBezTo>
                    <a:pt x="26328" y="0"/>
                    <a:pt x="5851" y="18580"/>
                    <a:pt x="5851" y="44006"/>
                  </a:cubicBezTo>
                  <a:cubicBezTo>
                    <a:pt x="5851" y="75298"/>
                    <a:pt x="30229" y="85077"/>
                    <a:pt x="49731" y="93878"/>
                  </a:cubicBezTo>
                  <a:lnTo>
                    <a:pt x="50706" y="94856"/>
                  </a:lnTo>
                  <a:cubicBezTo>
                    <a:pt x="66308" y="101702"/>
                    <a:pt x="76059" y="106591"/>
                    <a:pt x="76059" y="117348"/>
                  </a:cubicBezTo>
                  <a:cubicBezTo>
                    <a:pt x="76059" y="127127"/>
                    <a:pt x="69233" y="132017"/>
                    <a:pt x="58507" y="132017"/>
                  </a:cubicBezTo>
                  <a:cubicBezTo>
                    <a:pt x="42905" y="132017"/>
                    <a:pt x="34129" y="119304"/>
                    <a:pt x="29253" y="109525"/>
                  </a:cubicBezTo>
                  <a:lnTo>
                    <a:pt x="28278" y="107569"/>
                  </a:lnTo>
                  <a:lnTo>
                    <a:pt x="0" y="120282"/>
                  </a:lnTo>
                  <a:lnTo>
                    <a:pt x="975" y="122238"/>
                  </a:lnTo>
                  <a:cubicBezTo>
                    <a:pt x="12676" y="147663"/>
                    <a:pt x="32179" y="159398"/>
                    <a:pt x="59482" y="159398"/>
                  </a:cubicBezTo>
                  <a:cubicBezTo>
                    <a:pt x="84835" y="159398"/>
                    <a:pt x="112138" y="145707"/>
                    <a:pt x="112138" y="114414"/>
                  </a:cubicBezTo>
                  <a:cubicBezTo>
                    <a:pt x="111163" y="83122"/>
                    <a:pt x="86785" y="72365"/>
                    <a:pt x="67283" y="64541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36196A6-42A2-DDA3-7D2D-07B83A01AE8A}"/>
                </a:ext>
              </a:extLst>
            </p:cNvPr>
            <p:cNvSpPr/>
            <p:nvPr/>
          </p:nvSpPr>
          <p:spPr>
            <a:xfrm>
              <a:off x="776407" y="4773619"/>
              <a:ext cx="94586" cy="117348"/>
            </a:xfrm>
            <a:custGeom>
              <a:avLst/>
              <a:gdLst>
                <a:gd name="connsiteX0" fmla="*/ 64358 w 94586"/>
                <a:gd name="connsiteY0" fmla="*/ 72365 h 117348"/>
                <a:gd name="connsiteX1" fmla="*/ 49731 w 94586"/>
                <a:gd name="connsiteY1" fmla="*/ 90945 h 117348"/>
                <a:gd name="connsiteX2" fmla="*/ 35104 w 94586"/>
                <a:gd name="connsiteY2" fmla="*/ 58674 h 117348"/>
                <a:gd name="connsiteX3" fmla="*/ 49731 w 94586"/>
                <a:gd name="connsiteY3" fmla="*/ 27381 h 117348"/>
                <a:gd name="connsiteX4" fmla="*/ 63382 w 94586"/>
                <a:gd name="connsiteY4" fmla="*/ 44006 h 117348"/>
                <a:gd name="connsiteX5" fmla="*/ 63382 w 94586"/>
                <a:gd name="connsiteY5" fmla="*/ 45961 h 117348"/>
                <a:gd name="connsiteX6" fmla="*/ 94586 w 94586"/>
                <a:gd name="connsiteY6" fmla="*/ 39116 h 117348"/>
                <a:gd name="connsiteX7" fmla="*/ 93611 w 94586"/>
                <a:gd name="connsiteY7" fmla="*/ 37160 h 117348"/>
                <a:gd name="connsiteX8" fmla="*/ 49731 w 94586"/>
                <a:gd name="connsiteY8" fmla="*/ 0 h 117348"/>
                <a:gd name="connsiteX9" fmla="*/ 0 w 94586"/>
                <a:gd name="connsiteY9" fmla="*/ 58674 h 117348"/>
                <a:gd name="connsiteX10" fmla="*/ 48756 w 94586"/>
                <a:gd name="connsiteY10" fmla="*/ 117348 h 117348"/>
                <a:gd name="connsiteX11" fmla="*/ 93611 w 94586"/>
                <a:gd name="connsiteY11" fmla="*/ 80188 h 117348"/>
                <a:gd name="connsiteX12" fmla="*/ 94586 w 94586"/>
                <a:gd name="connsiteY12" fmla="*/ 78232 h 117348"/>
                <a:gd name="connsiteX13" fmla="*/ 64358 w 94586"/>
                <a:gd name="connsiteY13" fmla="*/ 70409 h 117348"/>
                <a:gd name="connsiteX14" fmla="*/ 64358 w 94586"/>
                <a:gd name="connsiteY14" fmla="*/ 72365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4586" h="117348">
                  <a:moveTo>
                    <a:pt x="64358" y="72365"/>
                  </a:moveTo>
                  <a:cubicBezTo>
                    <a:pt x="61432" y="88989"/>
                    <a:pt x="54606" y="90945"/>
                    <a:pt x="49731" y="90945"/>
                  </a:cubicBezTo>
                  <a:cubicBezTo>
                    <a:pt x="43880" y="90945"/>
                    <a:pt x="35104" y="88011"/>
                    <a:pt x="35104" y="58674"/>
                  </a:cubicBezTo>
                  <a:cubicBezTo>
                    <a:pt x="35104" y="27381"/>
                    <a:pt x="45830" y="27381"/>
                    <a:pt x="49731" y="27381"/>
                  </a:cubicBezTo>
                  <a:cubicBezTo>
                    <a:pt x="55582" y="27381"/>
                    <a:pt x="59482" y="30315"/>
                    <a:pt x="63382" y="44006"/>
                  </a:cubicBezTo>
                  <a:lnTo>
                    <a:pt x="63382" y="45961"/>
                  </a:lnTo>
                  <a:lnTo>
                    <a:pt x="94586" y="39116"/>
                  </a:lnTo>
                  <a:lnTo>
                    <a:pt x="93611" y="37160"/>
                  </a:lnTo>
                  <a:cubicBezTo>
                    <a:pt x="89711" y="21514"/>
                    <a:pt x="80935" y="0"/>
                    <a:pt x="49731" y="0"/>
                  </a:cubicBezTo>
                  <a:cubicBezTo>
                    <a:pt x="25353" y="0"/>
                    <a:pt x="0" y="15646"/>
                    <a:pt x="0" y="58674"/>
                  </a:cubicBezTo>
                  <a:cubicBezTo>
                    <a:pt x="0" y="101702"/>
                    <a:pt x="25353" y="117348"/>
                    <a:pt x="48756" y="117348"/>
                  </a:cubicBezTo>
                  <a:cubicBezTo>
                    <a:pt x="72158" y="117348"/>
                    <a:pt x="87760" y="104635"/>
                    <a:pt x="93611" y="80188"/>
                  </a:cubicBezTo>
                  <a:lnTo>
                    <a:pt x="94586" y="78232"/>
                  </a:lnTo>
                  <a:lnTo>
                    <a:pt x="64358" y="70409"/>
                  </a:lnTo>
                  <a:lnTo>
                    <a:pt x="64358" y="72365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EA2E388-EBF7-C90D-0A66-D6F424620C3F}"/>
                </a:ext>
              </a:extLst>
            </p:cNvPr>
            <p:cNvSpPr/>
            <p:nvPr/>
          </p:nvSpPr>
          <p:spPr>
            <a:xfrm>
              <a:off x="885620" y="4729613"/>
              <a:ext cx="92635" cy="160375"/>
            </a:xfrm>
            <a:custGeom>
              <a:avLst/>
              <a:gdLst>
                <a:gd name="connsiteX0" fmla="*/ 64358 w 92635"/>
                <a:gd name="connsiteY0" fmla="*/ 44006 h 160375"/>
                <a:gd name="connsiteX1" fmla="*/ 34129 w 92635"/>
                <a:gd name="connsiteY1" fmla="*/ 57696 h 160375"/>
                <a:gd name="connsiteX2" fmla="*/ 34129 w 92635"/>
                <a:gd name="connsiteY2" fmla="*/ 0 h 160375"/>
                <a:gd name="connsiteX3" fmla="*/ 0 w 92635"/>
                <a:gd name="connsiteY3" fmla="*/ 4890 h 160375"/>
                <a:gd name="connsiteX4" fmla="*/ 0 w 92635"/>
                <a:gd name="connsiteY4" fmla="*/ 160376 h 160375"/>
                <a:gd name="connsiteX5" fmla="*/ 34129 w 92635"/>
                <a:gd name="connsiteY5" fmla="*/ 160376 h 160375"/>
                <a:gd name="connsiteX6" fmla="*/ 34129 w 92635"/>
                <a:gd name="connsiteY6" fmla="*/ 83122 h 160375"/>
                <a:gd name="connsiteX7" fmla="*/ 50706 w 92635"/>
                <a:gd name="connsiteY7" fmla="*/ 74320 h 160375"/>
                <a:gd name="connsiteX8" fmla="*/ 58507 w 92635"/>
                <a:gd name="connsiteY8" fmla="*/ 85077 h 160375"/>
                <a:gd name="connsiteX9" fmla="*/ 58507 w 92635"/>
                <a:gd name="connsiteY9" fmla="*/ 160376 h 160375"/>
                <a:gd name="connsiteX10" fmla="*/ 92636 w 92635"/>
                <a:gd name="connsiteY10" fmla="*/ 160376 h 160375"/>
                <a:gd name="connsiteX11" fmla="*/ 92636 w 92635"/>
                <a:gd name="connsiteY11" fmla="*/ 74320 h 160375"/>
                <a:gd name="connsiteX12" fmla="*/ 64358 w 92635"/>
                <a:gd name="connsiteY12" fmla="*/ 44006 h 16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635" h="160375">
                  <a:moveTo>
                    <a:pt x="64358" y="44006"/>
                  </a:moveTo>
                  <a:cubicBezTo>
                    <a:pt x="51681" y="44006"/>
                    <a:pt x="40955" y="50851"/>
                    <a:pt x="34129" y="57696"/>
                  </a:cubicBezTo>
                  <a:lnTo>
                    <a:pt x="34129" y="0"/>
                  </a:lnTo>
                  <a:lnTo>
                    <a:pt x="0" y="4890"/>
                  </a:lnTo>
                  <a:lnTo>
                    <a:pt x="0" y="160376"/>
                  </a:lnTo>
                  <a:lnTo>
                    <a:pt x="34129" y="160376"/>
                  </a:lnTo>
                  <a:lnTo>
                    <a:pt x="34129" y="83122"/>
                  </a:lnTo>
                  <a:cubicBezTo>
                    <a:pt x="40955" y="77254"/>
                    <a:pt x="45830" y="74320"/>
                    <a:pt x="50706" y="74320"/>
                  </a:cubicBezTo>
                  <a:cubicBezTo>
                    <a:pt x="54606" y="74320"/>
                    <a:pt x="58507" y="75298"/>
                    <a:pt x="58507" y="85077"/>
                  </a:cubicBezTo>
                  <a:lnTo>
                    <a:pt x="58507" y="160376"/>
                  </a:lnTo>
                  <a:lnTo>
                    <a:pt x="92636" y="160376"/>
                  </a:lnTo>
                  <a:lnTo>
                    <a:pt x="92636" y="74320"/>
                  </a:lnTo>
                  <a:cubicBezTo>
                    <a:pt x="92636" y="54762"/>
                    <a:pt x="82885" y="44006"/>
                    <a:pt x="64358" y="44006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2DEAB41-F8F1-FF49-6AD8-FD2564CBEE6C}"/>
                </a:ext>
              </a:extLst>
            </p:cNvPr>
            <p:cNvSpPr/>
            <p:nvPr/>
          </p:nvSpPr>
          <p:spPr>
            <a:xfrm>
              <a:off x="990933" y="4773619"/>
              <a:ext cx="99461" cy="117348"/>
            </a:xfrm>
            <a:custGeom>
              <a:avLst/>
              <a:gdLst>
                <a:gd name="connsiteX0" fmla="*/ 49731 w 99461"/>
                <a:gd name="connsiteY0" fmla="*/ 0 h 117348"/>
                <a:gd name="connsiteX1" fmla="*/ 0 w 99461"/>
                <a:gd name="connsiteY1" fmla="*/ 58674 h 117348"/>
                <a:gd name="connsiteX2" fmla="*/ 49731 w 99461"/>
                <a:gd name="connsiteY2" fmla="*/ 117348 h 117348"/>
                <a:gd name="connsiteX3" fmla="*/ 99462 w 99461"/>
                <a:gd name="connsiteY3" fmla="*/ 58674 h 117348"/>
                <a:gd name="connsiteX4" fmla="*/ 49731 w 99461"/>
                <a:gd name="connsiteY4" fmla="*/ 0 h 117348"/>
                <a:gd name="connsiteX5" fmla="*/ 49731 w 99461"/>
                <a:gd name="connsiteY5" fmla="*/ 89967 h 117348"/>
                <a:gd name="connsiteX6" fmla="*/ 34129 w 99461"/>
                <a:gd name="connsiteY6" fmla="*/ 58674 h 117348"/>
                <a:gd name="connsiteX7" fmla="*/ 49731 w 99461"/>
                <a:gd name="connsiteY7" fmla="*/ 28359 h 117348"/>
                <a:gd name="connsiteX8" fmla="*/ 65333 w 99461"/>
                <a:gd name="connsiteY8" fmla="*/ 58674 h 117348"/>
                <a:gd name="connsiteX9" fmla="*/ 49731 w 99461"/>
                <a:gd name="connsiteY9" fmla="*/ 89967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9461" h="117348">
                  <a:moveTo>
                    <a:pt x="49731" y="0"/>
                  </a:moveTo>
                  <a:cubicBezTo>
                    <a:pt x="12677" y="0"/>
                    <a:pt x="0" y="30315"/>
                    <a:pt x="0" y="58674"/>
                  </a:cubicBezTo>
                  <a:cubicBezTo>
                    <a:pt x="0" y="101702"/>
                    <a:pt x="25353" y="117348"/>
                    <a:pt x="49731" y="117348"/>
                  </a:cubicBezTo>
                  <a:cubicBezTo>
                    <a:pt x="74109" y="117348"/>
                    <a:pt x="99462" y="101702"/>
                    <a:pt x="99462" y="58674"/>
                  </a:cubicBezTo>
                  <a:cubicBezTo>
                    <a:pt x="99462" y="15646"/>
                    <a:pt x="74109" y="0"/>
                    <a:pt x="49731" y="0"/>
                  </a:cubicBezTo>
                  <a:close/>
                  <a:moveTo>
                    <a:pt x="49731" y="89967"/>
                  </a:moveTo>
                  <a:cubicBezTo>
                    <a:pt x="42905" y="89967"/>
                    <a:pt x="34129" y="87033"/>
                    <a:pt x="34129" y="58674"/>
                  </a:cubicBezTo>
                  <a:cubicBezTo>
                    <a:pt x="34129" y="31293"/>
                    <a:pt x="42905" y="28359"/>
                    <a:pt x="49731" y="28359"/>
                  </a:cubicBezTo>
                  <a:cubicBezTo>
                    <a:pt x="56557" y="28359"/>
                    <a:pt x="65333" y="31293"/>
                    <a:pt x="65333" y="58674"/>
                  </a:cubicBezTo>
                  <a:cubicBezTo>
                    <a:pt x="65333" y="87033"/>
                    <a:pt x="56557" y="89967"/>
                    <a:pt x="49731" y="89967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7943650-B2E4-A80C-7CD1-5D170694AFD9}"/>
                </a:ext>
              </a:extLst>
            </p:cNvPr>
            <p:cNvSpPr/>
            <p:nvPr/>
          </p:nvSpPr>
          <p:spPr>
            <a:xfrm>
              <a:off x="1102096" y="4773619"/>
              <a:ext cx="99461" cy="117348"/>
            </a:xfrm>
            <a:custGeom>
              <a:avLst/>
              <a:gdLst>
                <a:gd name="connsiteX0" fmla="*/ 49731 w 99461"/>
                <a:gd name="connsiteY0" fmla="*/ 0 h 117348"/>
                <a:gd name="connsiteX1" fmla="*/ 0 w 99461"/>
                <a:gd name="connsiteY1" fmla="*/ 58674 h 117348"/>
                <a:gd name="connsiteX2" fmla="*/ 49731 w 99461"/>
                <a:gd name="connsiteY2" fmla="*/ 117348 h 117348"/>
                <a:gd name="connsiteX3" fmla="*/ 99462 w 99461"/>
                <a:gd name="connsiteY3" fmla="*/ 58674 h 117348"/>
                <a:gd name="connsiteX4" fmla="*/ 49731 w 99461"/>
                <a:gd name="connsiteY4" fmla="*/ 0 h 117348"/>
                <a:gd name="connsiteX5" fmla="*/ 49731 w 99461"/>
                <a:gd name="connsiteY5" fmla="*/ 89967 h 117348"/>
                <a:gd name="connsiteX6" fmla="*/ 34129 w 99461"/>
                <a:gd name="connsiteY6" fmla="*/ 58674 h 117348"/>
                <a:gd name="connsiteX7" fmla="*/ 49731 w 99461"/>
                <a:gd name="connsiteY7" fmla="*/ 28359 h 117348"/>
                <a:gd name="connsiteX8" fmla="*/ 65333 w 99461"/>
                <a:gd name="connsiteY8" fmla="*/ 58674 h 117348"/>
                <a:gd name="connsiteX9" fmla="*/ 49731 w 99461"/>
                <a:gd name="connsiteY9" fmla="*/ 89967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9461" h="117348">
                  <a:moveTo>
                    <a:pt x="49731" y="0"/>
                  </a:moveTo>
                  <a:cubicBezTo>
                    <a:pt x="12677" y="0"/>
                    <a:pt x="0" y="30315"/>
                    <a:pt x="0" y="58674"/>
                  </a:cubicBezTo>
                  <a:cubicBezTo>
                    <a:pt x="0" y="101702"/>
                    <a:pt x="25353" y="117348"/>
                    <a:pt x="49731" y="117348"/>
                  </a:cubicBezTo>
                  <a:cubicBezTo>
                    <a:pt x="74109" y="117348"/>
                    <a:pt x="99462" y="101702"/>
                    <a:pt x="99462" y="58674"/>
                  </a:cubicBezTo>
                  <a:cubicBezTo>
                    <a:pt x="99462" y="15646"/>
                    <a:pt x="73134" y="0"/>
                    <a:pt x="49731" y="0"/>
                  </a:cubicBezTo>
                  <a:close/>
                  <a:moveTo>
                    <a:pt x="49731" y="89967"/>
                  </a:moveTo>
                  <a:cubicBezTo>
                    <a:pt x="42905" y="89967"/>
                    <a:pt x="34129" y="87033"/>
                    <a:pt x="34129" y="58674"/>
                  </a:cubicBezTo>
                  <a:cubicBezTo>
                    <a:pt x="34129" y="31293"/>
                    <a:pt x="42905" y="28359"/>
                    <a:pt x="49731" y="28359"/>
                  </a:cubicBezTo>
                  <a:cubicBezTo>
                    <a:pt x="56557" y="28359"/>
                    <a:pt x="65333" y="31293"/>
                    <a:pt x="65333" y="58674"/>
                  </a:cubicBezTo>
                  <a:cubicBezTo>
                    <a:pt x="65333" y="87033"/>
                    <a:pt x="56557" y="89967"/>
                    <a:pt x="49731" y="89967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6547B5A-C14A-7210-C9A5-CB2E710BD24F}"/>
                </a:ext>
              </a:extLst>
            </p:cNvPr>
            <p:cNvSpPr/>
            <p:nvPr/>
          </p:nvSpPr>
          <p:spPr>
            <a:xfrm>
              <a:off x="1284442" y="4773619"/>
              <a:ext cx="99487" cy="117348"/>
            </a:xfrm>
            <a:custGeom>
              <a:avLst/>
              <a:gdLst>
                <a:gd name="connsiteX0" fmla="*/ 49731 w 99487"/>
                <a:gd name="connsiteY0" fmla="*/ 0 h 117348"/>
                <a:gd name="connsiteX1" fmla="*/ 0 w 99487"/>
                <a:gd name="connsiteY1" fmla="*/ 58674 h 117348"/>
                <a:gd name="connsiteX2" fmla="*/ 49731 w 99487"/>
                <a:gd name="connsiteY2" fmla="*/ 117348 h 117348"/>
                <a:gd name="connsiteX3" fmla="*/ 99462 w 99487"/>
                <a:gd name="connsiteY3" fmla="*/ 58674 h 117348"/>
                <a:gd name="connsiteX4" fmla="*/ 49731 w 99487"/>
                <a:gd name="connsiteY4" fmla="*/ 0 h 117348"/>
                <a:gd name="connsiteX5" fmla="*/ 49731 w 99487"/>
                <a:gd name="connsiteY5" fmla="*/ 89967 h 117348"/>
                <a:gd name="connsiteX6" fmla="*/ 34129 w 99487"/>
                <a:gd name="connsiteY6" fmla="*/ 58674 h 117348"/>
                <a:gd name="connsiteX7" fmla="*/ 49731 w 99487"/>
                <a:gd name="connsiteY7" fmla="*/ 28359 h 117348"/>
                <a:gd name="connsiteX8" fmla="*/ 65333 w 99487"/>
                <a:gd name="connsiteY8" fmla="*/ 58674 h 117348"/>
                <a:gd name="connsiteX9" fmla="*/ 49731 w 99487"/>
                <a:gd name="connsiteY9" fmla="*/ 89967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9487" h="117348">
                  <a:moveTo>
                    <a:pt x="49731" y="0"/>
                  </a:moveTo>
                  <a:cubicBezTo>
                    <a:pt x="12677" y="0"/>
                    <a:pt x="0" y="30315"/>
                    <a:pt x="0" y="58674"/>
                  </a:cubicBezTo>
                  <a:cubicBezTo>
                    <a:pt x="0" y="101702"/>
                    <a:pt x="25353" y="117348"/>
                    <a:pt x="49731" y="117348"/>
                  </a:cubicBezTo>
                  <a:cubicBezTo>
                    <a:pt x="74109" y="117348"/>
                    <a:pt x="99462" y="101702"/>
                    <a:pt x="99462" y="58674"/>
                  </a:cubicBezTo>
                  <a:cubicBezTo>
                    <a:pt x="100437" y="15646"/>
                    <a:pt x="74109" y="0"/>
                    <a:pt x="49731" y="0"/>
                  </a:cubicBezTo>
                  <a:close/>
                  <a:moveTo>
                    <a:pt x="49731" y="89967"/>
                  </a:moveTo>
                  <a:cubicBezTo>
                    <a:pt x="42905" y="89967"/>
                    <a:pt x="34129" y="87033"/>
                    <a:pt x="34129" y="58674"/>
                  </a:cubicBezTo>
                  <a:cubicBezTo>
                    <a:pt x="34129" y="31293"/>
                    <a:pt x="42905" y="28359"/>
                    <a:pt x="49731" y="28359"/>
                  </a:cubicBezTo>
                  <a:cubicBezTo>
                    <a:pt x="56557" y="28359"/>
                    <a:pt x="65333" y="31293"/>
                    <a:pt x="65333" y="58674"/>
                  </a:cubicBezTo>
                  <a:cubicBezTo>
                    <a:pt x="65333" y="87033"/>
                    <a:pt x="57532" y="89967"/>
                    <a:pt x="49731" y="89967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6CC43C4-401F-8CE3-3069-AE4ACB0D13B6}"/>
                </a:ext>
              </a:extLst>
            </p:cNvPr>
            <p:cNvSpPr/>
            <p:nvPr/>
          </p:nvSpPr>
          <p:spPr>
            <a:xfrm>
              <a:off x="1390729" y="4733525"/>
              <a:ext cx="69233" cy="156464"/>
            </a:xfrm>
            <a:custGeom>
              <a:avLst/>
              <a:gdLst>
                <a:gd name="connsiteX0" fmla="*/ 51681 w 69233"/>
                <a:gd name="connsiteY0" fmla="*/ 0 h 156464"/>
                <a:gd name="connsiteX1" fmla="*/ 15602 w 69233"/>
                <a:gd name="connsiteY1" fmla="*/ 35204 h 156464"/>
                <a:gd name="connsiteX2" fmla="*/ 15602 w 69233"/>
                <a:gd name="connsiteY2" fmla="*/ 43028 h 156464"/>
                <a:gd name="connsiteX3" fmla="*/ 0 w 69233"/>
                <a:gd name="connsiteY3" fmla="*/ 43028 h 156464"/>
                <a:gd name="connsiteX4" fmla="*/ 0 w 69233"/>
                <a:gd name="connsiteY4" fmla="*/ 69431 h 156464"/>
                <a:gd name="connsiteX5" fmla="*/ 15602 w 69233"/>
                <a:gd name="connsiteY5" fmla="*/ 69431 h 156464"/>
                <a:gd name="connsiteX6" fmla="*/ 15602 w 69233"/>
                <a:gd name="connsiteY6" fmla="*/ 156464 h 156464"/>
                <a:gd name="connsiteX7" fmla="*/ 49731 w 69233"/>
                <a:gd name="connsiteY7" fmla="*/ 156464 h 156464"/>
                <a:gd name="connsiteX8" fmla="*/ 49731 w 69233"/>
                <a:gd name="connsiteY8" fmla="*/ 69431 h 156464"/>
                <a:gd name="connsiteX9" fmla="*/ 69233 w 69233"/>
                <a:gd name="connsiteY9" fmla="*/ 69431 h 156464"/>
                <a:gd name="connsiteX10" fmla="*/ 69233 w 69233"/>
                <a:gd name="connsiteY10" fmla="*/ 43028 h 156464"/>
                <a:gd name="connsiteX11" fmla="*/ 49731 w 69233"/>
                <a:gd name="connsiteY11" fmla="*/ 43028 h 156464"/>
                <a:gd name="connsiteX12" fmla="*/ 49731 w 69233"/>
                <a:gd name="connsiteY12" fmla="*/ 36182 h 156464"/>
                <a:gd name="connsiteX13" fmla="*/ 60457 w 69233"/>
                <a:gd name="connsiteY13" fmla="*/ 26403 h 156464"/>
                <a:gd name="connsiteX14" fmla="*/ 67283 w 69233"/>
                <a:gd name="connsiteY14" fmla="*/ 27381 h 156464"/>
                <a:gd name="connsiteX15" fmla="*/ 69233 w 69233"/>
                <a:gd name="connsiteY15" fmla="*/ 27381 h 156464"/>
                <a:gd name="connsiteX16" fmla="*/ 69233 w 69233"/>
                <a:gd name="connsiteY16" fmla="*/ 978 h 156464"/>
                <a:gd name="connsiteX17" fmla="*/ 68258 w 69233"/>
                <a:gd name="connsiteY17" fmla="*/ 978 h 156464"/>
                <a:gd name="connsiteX18" fmla="*/ 51681 w 69233"/>
                <a:gd name="connsiteY18" fmla="*/ 0 h 15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233" h="156464">
                  <a:moveTo>
                    <a:pt x="51681" y="0"/>
                  </a:moveTo>
                  <a:cubicBezTo>
                    <a:pt x="19502" y="0"/>
                    <a:pt x="15602" y="18580"/>
                    <a:pt x="15602" y="35204"/>
                  </a:cubicBezTo>
                  <a:lnTo>
                    <a:pt x="15602" y="43028"/>
                  </a:lnTo>
                  <a:lnTo>
                    <a:pt x="0" y="43028"/>
                  </a:lnTo>
                  <a:lnTo>
                    <a:pt x="0" y="69431"/>
                  </a:lnTo>
                  <a:lnTo>
                    <a:pt x="15602" y="69431"/>
                  </a:lnTo>
                  <a:lnTo>
                    <a:pt x="15602" y="156464"/>
                  </a:lnTo>
                  <a:lnTo>
                    <a:pt x="49731" y="156464"/>
                  </a:lnTo>
                  <a:lnTo>
                    <a:pt x="49731" y="69431"/>
                  </a:lnTo>
                  <a:lnTo>
                    <a:pt x="69233" y="69431"/>
                  </a:lnTo>
                  <a:lnTo>
                    <a:pt x="69233" y="43028"/>
                  </a:lnTo>
                  <a:lnTo>
                    <a:pt x="49731" y="43028"/>
                  </a:lnTo>
                  <a:lnTo>
                    <a:pt x="49731" y="36182"/>
                  </a:lnTo>
                  <a:cubicBezTo>
                    <a:pt x="49731" y="28359"/>
                    <a:pt x="53631" y="26403"/>
                    <a:pt x="60457" y="26403"/>
                  </a:cubicBezTo>
                  <a:cubicBezTo>
                    <a:pt x="62407" y="26403"/>
                    <a:pt x="66308" y="26403"/>
                    <a:pt x="67283" y="27381"/>
                  </a:cubicBezTo>
                  <a:lnTo>
                    <a:pt x="69233" y="27381"/>
                  </a:lnTo>
                  <a:lnTo>
                    <a:pt x="69233" y="978"/>
                  </a:lnTo>
                  <a:lnTo>
                    <a:pt x="68258" y="978"/>
                  </a:lnTo>
                  <a:cubicBezTo>
                    <a:pt x="66308" y="0"/>
                    <a:pt x="56557" y="0"/>
                    <a:pt x="51681" y="0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1EFF55E-3D72-80D4-7824-534F93DC76D0}"/>
                </a:ext>
              </a:extLst>
            </p:cNvPr>
            <p:cNvSpPr/>
            <p:nvPr/>
          </p:nvSpPr>
          <p:spPr>
            <a:xfrm>
              <a:off x="1501892" y="4733525"/>
              <a:ext cx="135540" cy="155486"/>
            </a:xfrm>
            <a:custGeom>
              <a:avLst/>
              <a:gdLst>
                <a:gd name="connsiteX0" fmla="*/ 68258 w 135540"/>
                <a:gd name="connsiteY0" fmla="*/ 101702 h 155486"/>
                <a:gd name="connsiteX1" fmla="*/ 42905 w 135540"/>
                <a:gd name="connsiteY1" fmla="*/ 0 h 155486"/>
                <a:gd name="connsiteX2" fmla="*/ 0 w 135540"/>
                <a:gd name="connsiteY2" fmla="*/ 0 h 155486"/>
                <a:gd name="connsiteX3" fmla="*/ 0 w 135540"/>
                <a:gd name="connsiteY3" fmla="*/ 155486 h 155486"/>
                <a:gd name="connsiteX4" fmla="*/ 29253 w 135540"/>
                <a:gd name="connsiteY4" fmla="*/ 155486 h 155486"/>
                <a:gd name="connsiteX5" fmla="*/ 29253 w 135540"/>
                <a:gd name="connsiteY5" fmla="*/ 58674 h 155486"/>
                <a:gd name="connsiteX6" fmla="*/ 53631 w 135540"/>
                <a:gd name="connsiteY6" fmla="*/ 155486 h 155486"/>
                <a:gd name="connsiteX7" fmla="*/ 79959 w 135540"/>
                <a:gd name="connsiteY7" fmla="*/ 155486 h 155486"/>
                <a:gd name="connsiteX8" fmla="*/ 104337 w 135540"/>
                <a:gd name="connsiteY8" fmla="*/ 59652 h 155486"/>
                <a:gd name="connsiteX9" fmla="*/ 104337 w 135540"/>
                <a:gd name="connsiteY9" fmla="*/ 155486 h 155486"/>
                <a:gd name="connsiteX10" fmla="*/ 135541 w 135540"/>
                <a:gd name="connsiteY10" fmla="*/ 155486 h 155486"/>
                <a:gd name="connsiteX11" fmla="*/ 135541 w 135540"/>
                <a:gd name="connsiteY11" fmla="*/ 0 h 155486"/>
                <a:gd name="connsiteX12" fmla="*/ 91661 w 135540"/>
                <a:gd name="connsiteY12" fmla="*/ 0 h 155486"/>
                <a:gd name="connsiteX13" fmla="*/ 68258 w 135540"/>
                <a:gd name="connsiteY13" fmla="*/ 101702 h 15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5540" h="155486">
                  <a:moveTo>
                    <a:pt x="68258" y="101702"/>
                  </a:moveTo>
                  <a:lnTo>
                    <a:pt x="42905" y="0"/>
                  </a:lnTo>
                  <a:lnTo>
                    <a:pt x="0" y="0"/>
                  </a:lnTo>
                  <a:lnTo>
                    <a:pt x="0" y="155486"/>
                  </a:lnTo>
                  <a:lnTo>
                    <a:pt x="29253" y="155486"/>
                  </a:lnTo>
                  <a:lnTo>
                    <a:pt x="29253" y="58674"/>
                  </a:lnTo>
                  <a:cubicBezTo>
                    <a:pt x="31204" y="65519"/>
                    <a:pt x="53631" y="155486"/>
                    <a:pt x="53631" y="155486"/>
                  </a:cubicBezTo>
                  <a:lnTo>
                    <a:pt x="79959" y="155486"/>
                  </a:lnTo>
                  <a:cubicBezTo>
                    <a:pt x="79959" y="155486"/>
                    <a:pt x="102387" y="67475"/>
                    <a:pt x="104337" y="59652"/>
                  </a:cubicBezTo>
                  <a:lnTo>
                    <a:pt x="104337" y="155486"/>
                  </a:lnTo>
                  <a:lnTo>
                    <a:pt x="135541" y="155486"/>
                  </a:lnTo>
                  <a:lnTo>
                    <a:pt x="135541" y="0"/>
                  </a:lnTo>
                  <a:lnTo>
                    <a:pt x="91661" y="0"/>
                  </a:lnTo>
                  <a:lnTo>
                    <a:pt x="68258" y="101702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19A4886-BCE7-93B3-50E8-53164D373954}"/>
                </a:ext>
              </a:extLst>
            </p:cNvPr>
            <p:cNvSpPr/>
            <p:nvPr/>
          </p:nvSpPr>
          <p:spPr>
            <a:xfrm>
              <a:off x="1652060" y="4772641"/>
              <a:ext cx="94586" cy="117348"/>
            </a:xfrm>
            <a:custGeom>
              <a:avLst/>
              <a:gdLst>
                <a:gd name="connsiteX0" fmla="*/ 73134 w 94586"/>
                <a:gd name="connsiteY0" fmla="*/ 78232 h 117348"/>
                <a:gd name="connsiteX1" fmla="*/ 51681 w 94586"/>
                <a:gd name="connsiteY1" fmla="*/ 90945 h 117348"/>
                <a:gd name="connsiteX2" fmla="*/ 34129 w 94586"/>
                <a:gd name="connsiteY2" fmla="*/ 68453 h 117348"/>
                <a:gd name="connsiteX3" fmla="*/ 94586 w 94586"/>
                <a:gd name="connsiteY3" fmla="*/ 68453 h 117348"/>
                <a:gd name="connsiteX4" fmla="*/ 94586 w 94586"/>
                <a:gd name="connsiteY4" fmla="*/ 60630 h 117348"/>
                <a:gd name="connsiteX5" fmla="*/ 48756 w 94586"/>
                <a:gd name="connsiteY5" fmla="*/ 0 h 117348"/>
                <a:gd name="connsiteX6" fmla="*/ 0 w 94586"/>
                <a:gd name="connsiteY6" fmla="*/ 58674 h 117348"/>
                <a:gd name="connsiteX7" fmla="*/ 49731 w 94586"/>
                <a:gd name="connsiteY7" fmla="*/ 117348 h 117348"/>
                <a:gd name="connsiteX8" fmla="*/ 93611 w 94586"/>
                <a:gd name="connsiteY8" fmla="*/ 93878 h 117348"/>
                <a:gd name="connsiteX9" fmla="*/ 94586 w 94586"/>
                <a:gd name="connsiteY9" fmla="*/ 91923 h 117348"/>
                <a:gd name="connsiteX10" fmla="*/ 74109 w 94586"/>
                <a:gd name="connsiteY10" fmla="*/ 75298 h 117348"/>
                <a:gd name="connsiteX11" fmla="*/ 73134 w 94586"/>
                <a:gd name="connsiteY11" fmla="*/ 78232 h 117348"/>
                <a:gd name="connsiteX12" fmla="*/ 35104 w 94586"/>
                <a:gd name="connsiteY12" fmla="*/ 47917 h 117348"/>
                <a:gd name="connsiteX13" fmla="*/ 49731 w 94586"/>
                <a:gd name="connsiteY13" fmla="*/ 28359 h 117348"/>
                <a:gd name="connsiteX14" fmla="*/ 63382 w 94586"/>
                <a:gd name="connsiteY14" fmla="*/ 47917 h 117348"/>
                <a:gd name="connsiteX15" fmla="*/ 35104 w 94586"/>
                <a:gd name="connsiteY15" fmla="*/ 47917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4586" h="117348">
                  <a:moveTo>
                    <a:pt x="73134" y="78232"/>
                  </a:moveTo>
                  <a:cubicBezTo>
                    <a:pt x="69233" y="84099"/>
                    <a:pt x="61432" y="90945"/>
                    <a:pt x="51681" y="90945"/>
                  </a:cubicBezTo>
                  <a:cubicBezTo>
                    <a:pt x="40955" y="90945"/>
                    <a:pt x="36079" y="83122"/>
                    <a:pt x="34129" y="68453"/>
                  </a:cubicBezTo>
                  <a:lnTo>
                    <a:pt x="94586" y="68453"/>
                  </a:lnTo>
                  <a:lnTo>
                    <a:pt x="94586" y="60630"/>
                  </a:lnTo>
                  <a:cubicBezTo>
                    <a:pt x="94586" y="22492"/>
                    <a:pt x="78009" y="0"/>
                    <a:pt x="48756" y="0"/>
                  </a:cubicBezTo>
                  <a:cubicBezTo>
                    <a:pt x="26328" y="0"/>
                    <a:pt x="0" y="15646"/>
                    <a:pt x="0" y="58674"/>
                  </a:cubicBezTo>
                  <a:cubicBezTo>
                    <a:pt x="0" y="95834"/>
                    <a:pt x="18527" y="117348"/>
                    <a:pt x="49731" y="117348"/>
                  </a:cubicBezTo>
                  <a:cubicBezTo>
                    <a:pt x="68258" y="117348"/>
                    <a:pt x="82885" y="109525"/>
                    <a:pt x="93611" y="93878"/>
                  </a:cubicBezTo>
                  <a:lnTo>
                    <a:pt x="94586" y="91923"/>
                  </a:lnTo>
                  <a:lnTo>
                    <a:pt x="74109" y="75298"/>
                  </a:lnTo>
                  <a:lnTo>
                    <a:pt x="73134" y="78232"/>
                  </a:lnTo>
                  <a:close/>
                  <a:moveTo>
                    <a:pt x="35104" y="47917"/>
                  </a:moveTo>
                  <a:cubicBezTo>
                    <a:pt x="36079" y="38138"/>
                    <a:pt x="39980" y="28359"/>
                    <a:pt x="49731" y="28359"/>
                  </a:cubicBezTo>
                  <a:cubicBezTo>
                    <a:pt x="54606" y="28359"/>
                    <a:pt x="62407" y="30315"/>
                    <a:pt x="63382" y="47917"/>
                  </a:cubicBezTo>
                  <a:lnTo>
                    <a:pt x="35104" y="47917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87FEBD70-5142-6103-815F-F2A49A3A7488}"/>
                </a:ext>
              </a:extLst>
            </p:cNvPr>
            <p:cNvSpPr/>
            <p:nvPr/>
          </p:nvSpPr>
          <p:spPr>
            <a:xfrm>
              <a:off x="1762248" y="4733525"/>
              <a:ext cx="101411" cy="157441"/>
            </a:xfrm>
            <a:custGeom>
              <a:avLst/>
              <a:gdLst>
                <a:gd name="connsiteX0" fmla="*/ 96536 w 101411"/>
                <a:gd name="connsiteY0" fmla="*/ 127127 h 157441"/>
                <a:gd name="connsiteX1" fmla="*/ 96536 w 101411"/>
                <a:gd name="connsiteY1" fmla="*/ 0 h 157441"/>
                <a:gd name="connsiteX2" fmla="*/ 62407 w 101411"/>
                <a:gd name="connsiteY2" fmla="*/ 0 h 157441"/>
                <a:gd name="connsiteX3" fmla="*/ 62407 w 101411"/>
                <a:gd name="connsiteY3" fmla="*/ 50851 h 157441"/>
                <a:gd name="connsiteX4" fmla="*/ 37054 w 101411"/>
                <a:gd name="connsiteY4" fmla="*/ 40094 h 157441"/>
                <a:gd name="connsiteX5" fmla="*/ 0 w 101411"/>
                <a:gd name="connsiteY5" fmla="*/ 99746 h 157441"/>
                <a:gd name="connsiteX6" fmla="*/ 37054 w 101411"/>
                <a:gd name="connsiteY6" fmla="*/ 157442 h 157441"/>
                <a:gd name="connsiteX7" fmla="*/ 63382 w 101411"/>
                <a:gd name="connsiteY7" fmla="*/ 145707 h 157441"/>
                <a:gd name="connsiteX8" fmla="*/ 65333 w 101411"/>
                <a:gd name="connsiteY8" fmla="*/ 154508 h 157441"/>
                <a:gd name="connsiteX9" fmla="*/ 66308 w 101411"/>
                <a:gd name="connsiteY9" fmla="*/ 155486 h 157441"/>
                <a:gd name="connsiteX10" fmla="*/ 101412 w 101411"/>
                <a:gd name="connsiteY10" fmla="*/ 155486 h 157441"/>
                <a:gd name="connsiteX11" fmla="*/ 100437 w 101411"/>
                <a:gd name="connsiteY11" fmla="*/ 152552 h 157441"/>
                <a:gd name="connsiteX12" fmla="*/ 96536 w 101411"/>
                <a:gd name="connsiteY12" fmla="*/ 127127 h 157441"/>
                <a:gd name="connsiteX13" fmla="*/ 62407 w 101411"/>
                <a:gd name="connsiteY13" fmla="*/ 77254 h 157441"/>
                <a:gd name="connsiteX14" fmla="*/ 62407 w 101411"/>
                <a:gd name="connsiteY14" fmla="*/ 120282 h 157441"/>
                <a:gd name="connsiteX15" fmla="*/ 47781 w 101411"/>
                <a:gd name="connsiteY15" fmla="*/ 129083 h 157441"/>
                <a:gd name="connsiteX16" fmla="*/ 33154 w 101411"/>
                <a:gd name="connsiteY16" fmla="*/ 98768 h 157441"/>
                <a:gd name="connsiteX17" fmla="*/ 47781 w 101411"/>
                <a:gd name="connsiteY17" fmla="*/ 69431 h 157441"/>
                <a:gd name="connsiteX18" fmla="*/ 62407 w 101411"/>
                <a:gd name="connsiteY18" fmla="*/ 77254 h 157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1411" h="157441">
                  <a:moveTo>
                    <a:pt x="96536" y="127127"/>
                  </a:moveTo>
                  <a:lnTo>
                    <a:pt x="96536" y="0"/>
                  </a:lnTo>
                  <a:lnTo>
                    <a:pt x="62407" y="0"/>
                  </a:lnTo>
                  <a:lnTo>
                    <a:pt x="62407" y="50851"/>
                  </a:lnTo>
                  <a:cubicBezTo>
                    <a:pt x="55581" y="44006"/>
                    <a:pt x="46806" y="40094"/>
                    <a:pt x="37054" y="40094"/>
                  </a:cubicBezTo>
                  <a:cubicBezTo>
                    <a:pt x="13652" y="40094"/>
                    <a:pt x="0" y="61608"/>
                    <a:pt x="0" y="99746"/>
                  </a:cubicBezTo>
                  <a:cubicBezTo>
                    <a:pt x="0" y="147663"/>
                    <a:pt x="20477" y="157442"/>
                    <a:pt x="37054" y="157442"/>
                  </a:cubicBezTo>
                  <a:cubicBezTo>
                    <a:pt x="47781" y="157442"/>
                    <a:pt x="56557" y="153530"/>
                    <a:pt x="63382" y="145707"/>
                  </a:cubicBezTo>
                  <a:cubicBezTo>
                    <a:pt x="63382" y="148641"/>
                    <a:pt x="64358" y="152552"/>
                    <a:pt x="65333" y="154508"/>
                  </a:cubicBezTo>
                  <a:lnTo>
                    <a:pt x="66308" y="155486"/>
                  </a:lnTo>
                  <a:lnTo>
                    <a:pt x="101412" y="155486"/>
                  </a:lnTo>
                  <a:lnTo>
                    <a:pt x="100437" y="152552"/>
                  </a:lnTo>
                  <a:cubicBezTo>
                    <a:pt x="97511" y="147663"/>
                    <a:pt x="96536" y="139840"/>
                    <a:pt x="96536" y="127127"/>
                  </a:cubicBezTo>
                  <a:close/>
                  <a:moveTo>
                    <a:pt x="62407" y="77254"/>
                  </a:moveTo>
                  <a:lnTo>
                    <a:pt x="62407" y="120282"/>
                  </a:lnTo>
                  <a:cubicBezTo>
                    <a:pt x="58507" y="124193"/>
                    <a:pt x="53631" y="129083"/>
                    <a:pt x="47781" y="129083"/>
                  </a:cubicBezTo>
                  <a:cubicBezTo>
                    <a:pt x="41930" y="129083"/>
                    <a:pt x="33154" y="126149"/>
                    <a:pt x="33154" y="98768"/>
                  </a:cubicBezTo>
                  <a:cubicBezTo>
                    <a:pt x="33154" y="72365"/>
                    <a:pt x="39980" y="69431"/>
                    <a:pt x="47781" y="69431"/>
                  </a:cubicBezTo>
                  <a:cubicBezTo>
                    <a:pt x="52656" y="69431"/>
                    <a:pt x="56557" y="72365"/>
                    <a:pt x="62407" y="77254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E74B4F93-78AA-1B17-5212-C797E5A09DAF}"/>
                </a:ext>
              </a:extLst>
            </p:cNvPr>
            <p:cNvSpPr/>
            <p:nvPr/>
          </p:nvSpPr>
          <p:spPr>
            <a:xfrm>
              <a:off x="1879262" y="4733525"/>
              <a:ext cx="34128" cy="30314"/>
            </a:xfrm>
            <a:custGeom>
              <a:avLst/>
              <a:gdLst>
                <a:gd name="connsiteX0" fmla="*/ 0 w 34128"/>
                <a:gd name="connsiteY0" fmla="*/ 0 h 30314"/>
                <a:gd name="connsiteX1" fmla="*/ 34129 w 34128"/>
                <a:gd name="connsiteY1" fmla="*/ 0 h 30314"/>
                <a:gd name="connsiteX2" fmla="*/ 34129 w 34128"/>
                <a:gd name="connsiteY2" fmla="*/ 30315 h 30314"/>
                <a:gd name="connsiteX3" fmla="*/ 0 w 34128"/>
                <a:gd name="connsiteY3" fmla="*/ 30315 h 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28" h="30314">
                  <a:moveTo>
                    <a:pt x="0" y="0"/>
                  </a:moveTo>
                  <a:lnTo>
                    <a:pt x="34129" y="0"/>
                  </a:lnTo>
                  <a:lnTo>
                    <a:pt x="34129" y="30315"/>
                  </a:lnTo>
                  <a:lnTo>
                    <a:pt x="0" y="30315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18749AF-FBA7-9065-6EDF-918A3148D6D6}"/>
                </a:ext>
              </a:extLst>
            </p:cNvPr>
            <p:cNvSpPr/>
            <p:nvPr/>
          </p:nvSpPr>
          <p:spPr>
            <a:xfrm>
              <a:off x="1879262" y="4775574"/>
              <a:ext cx="34128" cy="113436"/>
            </a:xfrm>
            <a:custGeom>
              <a:avLst/>
              <a:gdLst>
                <a:gd name="connsiteX0" fmla="*/ 0 w 34128"/>
                <a:gd name="connsiteY0" fmla="*/ 0 h 113436"/>
                <a:gd name="connsiteX1" fmla="*/ 34129 w 34128"/>
                <a:gd name="connsiteY1" fmla="*/ 0 h 113436"/>
                <a:gd name="connsiteX2" fmla="*/ 34129 w 34128"/>
                <a:gd name="connsiteY2" fmla="*/ 113436 h 113436"/>
                <a:gd name="connsiteX3" fmla="*/ 0 w 34128"/>
                <a:gd name="connsiteY3" fmla="*/ 113436 h 113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28" h="113436">
                  <a:moveTo>
                    <a:pt x="0" y="0"/>
                  </a:moveTo>
                  <a:lnTo>
                    <a:pt x="34129" y="0"/>
                  </a:lnTo>
                  <a:lnTo>
                    <a:pt x="34129" y="113436"/>
                  </a:lnTo>
                  <a:lnTo>
                    <a:pt x="0" y="113436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977B208C-824B-0FC6-23B0-DB88A9CAEEBA}"/>
                </a:ext>
              </a:extLst>
            </p:cNvPr>
            <p:cNvSpPr/>
            <p:nvPr/>
          </p:nvSpPr>
          <p:spPr>
            <a:xfrm>
              <a:off x="1928017" y="4773619"/>
              <a:ext cx="94586" cy="117348"/>
            </a:xfrm>
            <a:custGeom>
              <a:avLst/>
              <a:gdLst>
                <a:gd name="connsiteX0" fmla="*/ 64358 w 94586"/>
                <a:gd name="connsiteY0" fmla="*/ 72365 h 117348"/>
                <a:gd name="connsiteX1" fmla="*/ 49731 w 94586"/>
                <a:gd name="connsiteY1" fmla="*/ 90945 h 117348"/>
                <a:gd name="connsiteX2" fmla="*/ 35104 w 94586"/>
                <a:gd name="connsiteY2" fmla="*/ 58674 h 117348"/>
                <a:gd name="connsiteX3" fmla="*/ 49731 w 94586"/>
                <a:gd name="connsiteY3" fmla="*/ 27381 h 117348"/>
                <a:gd name="connsiteX4" fmla="*/ 63382 w 94586"/>
                <a:gd name="connsiteY4" fmla="*/ 44006 h 117348"/>
                <a:gd name="connsiteX5" fmla="*/ 63382 w 94586"/>
                <a:gd name="connsiteY5" fmla="*/ 45961 h 117348"/>
                <a:gd name="connsiteX6" fmla="*/ 94586 w 94586"/>
                <a:gd name="connsiteY6" fmla="*/ 39116 h 117348"/>
                <a:gd name="connsiteX7" fmla="*/ 93611 w 94586"/>
                <a:gd name="connsiteY7" fmla="*/ 37160 h 117348"/>
                <a:gd name="connsiteX8" fmla="*/ 49731 w 94586"/>
                <a:gd name="connsiteY8" fmla="*/ 0 h 117348"/>
                <a:gd name="connsiteX9" fmla="*/ 0 w 94586"/>
                <a:gd name="connsiteY9" fmla="*/ 58674 h 117348"/>
                <a:gd name="connsiteX10" fmla="*/ 48756 w 94586"/>
                <a:gd name="connsiteY10" fmla="*/ 117348 h 117348"/>
                <a:gd name="connsiteX11" fmla="*/ 93611 w 94586"/>
                <a:gd name="connsiteY11" fmla="*/ 80188 h 117348"/>
                <a:gd name="connsiteX12" fmla="*/ 94586 w 94586"/>
                <a:gd name="connsiteY12" fmla="*/ 78232 h 117348"/>
                <a:gd name="connsiteX13" fmla="*/ 64358 w 94586"/>
                <a:gd name="connsiteY13" fmla="*/ 70409 h 117348"/>
                <a:gd name="connsiteX14" fmla="*/ 64358 w 94586"/>
                <a:gd name="connsiteY14" fmla="*/ 72365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4586" h="117348">
                  <a:moveTo>
                    <a:pt x="64358" y="72365"/>
                  </a:moveTo>
                  <a:cubicBezTo>
                    <a:pt x="61432" y="88989"/>
                    <a:pt x="54606" y="90945"/>
                    <a:pt x="49731" y="90945"/>
                  </a:cubicBezTo>
                  <a:cubicBezTo>
                    <a:pt x="43880" y="90945"/>
                    <a:pt x="35104" y="88011"/>
                    <a:pt x="35104" y="58674"/>
                  </a:cubicBezTo>
                  <a:cubicBezTo>
                    <a:pt x="35104" y="27381"/>
                    <a:pt x="45830" y="27381"/>
                    <a:pt x="49731" y="27381"/>
                  </a:cubicBezTo>
                  <a:cubicBezTo>
                    <a:pt x="55581" y="27381"/>
                    <a:pt x="59482" y="30315"/>
                    <a:pt x="63382" y="44006"/>
                  </a:cubicBezTo>
                  <a:lnTo>
                    <a:pt x="63382" y="45961"/>
                  </a:lnTo>
                  <a:lnTo>
                    <a:pt x="94586" y="39116"/>
                  </a:lnTo>
                  <a:lnTo>
                    <a:pt x="93611" y="37160"/>
                  </a:lnTo>
                  <a:cubicBezTo>
                    <a:pt x="89710" y="21514"/>
                    <a:pt x="80935" y="0"/>
                    <a:pt x="49731" y="0"/>
                  </a:cubicBezTo>
                  <a:cubicBezTo>
                    <a:pt x="25353" y="0"/>
                    <a:pt x="0" y="15646"/>
                    <a:pt x="0" y="58674"/>
                  </a:cubicBezTo>
                  <a:cubicBezTo>
                    <a:pt x="0" y="101702"/>
                    <a:pt x="25353" y="117348"/>
                    <a:pt x="48756" y="117348"/>
                  </a:cubicBezTo>
                  <a:cubicBezTo>
                    <a:pt x="72159" y="117348"/>
                    <a:pt x="87760" y="104635"/>
                    <a:pt x="93611" y="80188"/>
                  </a:cubicBezTo>
                  <a:lnTo>
                    <a:pt x="94586" y="78232"/>
                  </a:lnTo>
                  <a:lnTo>
                    <a:pt x="64358" y="70409"/>
                  </a:lnTo>
                  <a:lnTo>
                    <a:pt x="64358" y="72365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5680CC06-F97C-DEAF-210E-89D37DE797FF}"/>
                </a:ext>
              </a:extLst>
            </p:cNvPr>
            <p:cNvSpPr/>
            <p:nvPr/>
          </p:nvSpPr>
          <p:spPr>
            <a:xfrm>
              <a:off x="2036255" y="4733525"/>
              <a:ext cx="34128" cy="30314"/>
            </a:xfrm>
            <a:custGeom>
              <a:avLst/>
              <a:gdLst>
                <a:gd name="connsiteX0" fmla="*/ 0 w 34128"/>
                <a:gd name="connsiteY0" fmla="*/ 0 h 30314"/>
                <a:gd name="connsiteX1" fmla="*/ 34129 w 34128"/>
                <a:gd name="connsiteY1" fmla="*/ 0 h 30314"/>
                <a:gd name="connsiteX2" fmla="*/ 34129 w 34128"/>
                <a:gd name="connsiteY2" fmla="*/ 30315 h 30314"/>
                <a:gd name="connsiteX3" fmla="*/ 0 w 34128"/>
                <a:gd name="connsiteY3" fmla="*/ 30315 h 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28" h="30314">
                  <a:moveTo>
                    <a:pt x="0" y="0"/>
                  </a:moveTo>
                  <a:lnTo>
                    <a:pt x="34129" y="0"/>
                  </a:lnTo>
                  <a:lnTo>
                    <a:pt x="34129" y="30315"/>
                  </a:lnTo>
                  <a:lnTo>
                    <a:pt x="0" y="30315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3779390-AD3F-7952-6435-60E08853E562}"/>
                </a:ext>
              </a:extLst>
            </p:cNvPr>
            <p:cNvSpPr/>
            <p:nvPr/>
          </p:nvSpPr>
          <p:spPr>
            <a:xfrm>
              <a:off x="2036255" y="4775574"/>
              <a:ext cx="34128" cy="113436"/>
            </a:xfrm>
            <a:custGeom>
              <a:avLst/>
              <a:gdLst>
                <a:gd name="connsiteX0" fmla="*/ 0 w 34128"/>
                <a:gd name="connsiteY0" fmla="*/ 0 h 113436"/>
                <a:gd name="connsiteX1" fmla="*/ 34129 w 34128"/>
                <a:gd name="connsiteY1" fmla="*/ 0 h 113436"/>
                <a:gd name="connsiteX2" fmla="*/ 34129 w 34128"/>
                <a:gd name="connsiteY2" fmla="*/ 113436 h 113436"/>
                <a:gd name="connsiteX3" fmla="*/ 0 w 34128"/>
                <a:gd name="connsiteY3" fmla="*/ 113436 h 113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28" h="113436">
                  <a:moveTo>
                    <a:pt x="0" y="0"/>
                  </a:moveTo>
                  <a:lnTo>
                    <a:pt x="34129" y="0"/>
                  </a:lnTo>
                  <a:lnTo>
                    <a:pt x="34129" y="113436"/>
                  </a:lnTo>
                  <a:lnTo>
                    <a:pt x="0" y="113436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DC84809-F8EF-3922-F46C-3879057371C9}"/>
                </a:ext>
              </a:extLst>
            </p:cNvPr>
            <p:cNvSpPr/>
            <p:nvPr/>
          </p:nvSpPr>
          <p:spPr>
            <a:xfrm>
              <a:off x="2091836" y="4773619"/>
              <a:ext cx="92635" cy="115392"/>
            </a:xfrm>
            <a:custGeom>
              <a:avLst/>
              <a:gdLst>
                <a:gd name="connsiteX0" fmla="*/ 64358 w 92635"/>
                <a:gd name="connsiteY0" fmla="*/ 0 h 115392"/>
                <a:gd name="connsiteX1" fmla="*/ 34129 w 92635"/>
                <a:gd name="connsiteY1" fmla="*/ 13691 h 115392"/>
                <a:gd name="connsiteX2" fmla="*/ 34129 w 92635"/>
                <a:gd name="connsiteY2" fmla="*/ 1956 h 115392"/>
                <a:gd name="connsiteX3" fmla="*/ 0 w 92635"/>
                <a:gd name="connsiteY3" fmla="*/ 1956 h 115392"/>
                <a:gd name="connsiteX4" fmla="*/ 0 w 92635"/>
                <a:gd name="connsiteY4" fmla="*/ 115392 h 115392"/>
                <a:gd name="connsiteX5" fmla="*/ 34129 w 92635"/>
                <a:gd name="connsiteY5" fmla="*/ 115392 h 115392"/>
                <a:gd name="connsiteX6" fmla="*/ 34129 w 92635"/>
                <a:gd name="connsiteY6" fmla="*/ 38138 h 115392"/>
                <a:gd name="connsiteX7" fmla="*/ 50706 w 92635"/>
                <a:gd name="connsiteY7" fmla="*/ 29337 h 115392"/>
                <a:gd name="connsiteX8" fmla="*/ 58507 w 92635"/>
                <a:gd name="connsiteY8" fmla="*/ 40094 h 115392"/>
                <a:gd name="connsiteX9" fmla="*/ 58507 w 92635"/>
                <a:gd name="connsiteY9" fmla="*/ 115392 h 115392"/>
                <a:gd name="connsiteX10" fmla="*/ 92636 w 92635"/>
                <a:gd name="connsiteY10" fmla="*/ 115392 h 115392"/>
                <a:gd name="connsiteX11" fmla="*/ 92636 w 92635"/>
                <a:gd name="connsiteY11" fmla="*/ 30315 h 115392"/>
                <a:gd name="connsiteX12" fmla="*/ 64358 w 92635"/>
                <a:gd name="connsiteY12" fmla="*/ 0 h 11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635" h="115392">
                  <a:moveTo>
                    <a:pt x="64358" y="0"/>
                  </a:moveTo>
                  <a:cubicBezTo>
                    <a:pt x="51681" y="0"/>
                    <a:pt x="40955" y="6845"/>
                    <a:pt x="34129" y="13691"/>
                  </a:cubicBezTo>
                  <a:lnTo>
                    <a:pt x="34129" y="1956"/>
                  </a:lnTo>
                  <a:lnTo>
                    <a:pt x="0" y="1956"/>
                  </a:lnTo>
                  <a:lnTo>
                    <a:pt x="0" y="115392"/>
                  </a:lnTo>
                  <a:lnTo>
                    <a:pt x="34129" y="115392"/>
                  </a:lnTo>
                  <a:lnTo>
                    <a:pt x="34129" y="38138"/>
                  </a:lnTo>
                  <a:cubicBezTo>
                    <a:pt x="40955" y="32271"/>
                    <a:pt x="45830" y="29337"/>
                    <a:pt x="50706" y="29337"/>
                  </a:cubicBezTo>
                  <a:cubicBezTo>
                    <a:pt x="54606" y="29337"/>
                    <a:pt x="58507" y="30315"/>
                    <a:pt x="58507" y="40094"/>
                  </a:cubicBezTo>
                  <a:lnTo>
                    <a:pt x="58507" y="115392"/>
                  </a:lnTo>
                  <a:lnTo>
                    <a:pt x="92636" y="115392"/>
                  </a:lnTo>
                  <a:lnTo>
                    <a:pt x="92636" y="30315"/>
                  </a:lnTo>
                  <a:cubicBezTo>
                    <a:pt x="92636" y="10757"/>
                    <a:pt x="82885" y="0"/>
                    <a:pt x="64358" y="0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1644ABC-FA73-1FB9-EB76-57823A44418E}"/>
                </a:ext>
              </a:extLst>
            </p:cNvPr>
            <p:cNvSpPr/>
            <p:nvPr/>
          </p:nvSpPr>
          <p:spPr>
            <a:xfrm>
              <a:off x="2199099" y="4772641"/>
              <a:ext cx="94586" cy="117348"/>
            </a:xfrm>
            <a:custGeom>
              <a:avLst/>
              <a:gdLst>
                <a:gd name="connsiteX0" fmla="*/ 74109 w 94586"/>
                <a:gd name="connsiteY0" fmla="*/ 76276 h 117348"/>
                <a:gd name="connsiteX1" fmla="*/ 73134 w 94586"/>
                <a:gd name="connsiteY1" fmla="*/ 78232 h 117348"/>
                <a:gd name="connsiteX2" fmla="*/ 51681 w 94586"/>
                <a:gd name="connsiteY2" fmla="*/ 90945 h 117348"/>
                <a:gd name="connsiteX3" fmla="*/ 34129 w 94586"/>
                <a:gd name="connsiteY3" fmla="*/ 68453 h 117348"/>
                <a:gd name="connsiteX4" fmla="*/ 94586 w 94586"/>
                <a:gd name="connsiteY4" fmla="*/ 68453 h 117348"/>
                <a:gd name="connsiteX5" fmla="*/ 94586 w 94586"/>
                <a:gd name="connsiteY5" fmla="*/ 60630 h 117348"/>
                <a:gd name="connsiteX6" fmla="*/ 48756 w 94586"/>
                <a:gd name="connsiteY6" fmla="*/ 0 h 117348"/>
                <a:gd name="connsiteX7" fmla="*/ 0 w 94586"/>
                <a:gd name="connsiteY7" fmla="*/ 58674 h 117348"/>
                <a:gd name="connsiteX8" fmla="*/ 49731 w 94586"/>
                <a:gd name="connsiteY8" fmla="*/ 117348 h 117348"/>
                <a:gd name="connsiteX9" fmla="*/ 93611 w 94586"/>
                <a:gd name="connsiteY9" fmla="*/ 93878 h 117348"/>
                <a:gd name="connsiteX10" fmla="*/ 94586 w 94586"/>
                <a:gd name="connsiteY10" fmla="*/ 91923 h 117348"/>
                <a:gd name="connsiteX11" fmla="*/ 74109 w 94586"/>
                <a:gd name="connsiteY11" fmla="*/ 76276 h 117348"/>
                <a:gd name="connsiteX12" fmla="*/ 34129 w 94586"/>
                <a:gd name="connsiteY12" fmla="*/ 47917 h 117348"/>
                <a:gd name="connsiteX13" fmla="*/ 48756 w 94586"/>
                <a:gd name="connsiteY13" fmla="*/ 28359 h 117348"/>
                <a:gd name="connsiteX14" fmla="*/ 62407 w 94586"/>
                <a:gd name="connsiteY14" fmla="*/ 47917 h 117348"/>
                <a:gd name="connsiteX15" fmla="*/ 34129 w 94586"/>
                <a:gd name="connsiteY15" fmla="*/ 47917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4586" h="117348">
                  <a:moveTo>
                    <a:pt x="74109" y="76276"/>
                  </a:moveTo>
                  <a:lnTo>
                    <a:pt x="73134" y="78232"/>
                  </a:lnTo>
                  <a:cubicBezTo>
                    <a:pt x="69233" y="84099"/>
                    <a:pt x="61432" y="90945"/>
                    <a:pt x="51681" y="90945"/>
                  </a:cubicBezTo>
                  <a:cubicBezTo>
                    <a:pt x="40955" y="90945"/>
                    <a:pt x="36079" y="83122"/>
                    <a:pt x="34129" y="68453"/>
                  </a:cubicBezTo>
                  <a:lnTo>
                    <a:pt x="94586" y="68453"/>
                  </a:lnTo>
                  <a:lnTo>
                    <a:pt x="94586" y="60630"/>
                  </a:lnTo>
                  <a:cubicBezTo>
                    <a:pt x="94586" y="22492"/>
                    <a:pt x="78009" y="0"/>
                    <a:pt x="48756" y="0"/>
                  </a:cubicBezTo>
                  <a:cubicBezTo>
                    <a:pt x="26328" y="0"/>
                    <a:pt x="0" y="15646"/>
                    <a:pt x="0" y="58674"/>
                  </a:cubicBezTo>
                  <a:cubicBezTo>
                    <a:pt x="0" y="95834"/>
                    <a:pt x="18527" y="117348"/>
                    <a:pt x="49731" y="117348"/>
                  </a:cubicBezTo>
                  <a:cubicBezTo>
                    <a:pt x="68258" y="117348"/>
                    <a:pt x="82885" y="109525"/>
                    <a:pt x="93611" y="93878"/>
                  </a:cubicBezTo>
                  <a:lnTo>
                    <a:pt x="94586" y="91923"/>
                  </a:lnTo>
                  <a:lnTo>
                    <a:pt x="74109" y="76276"/>
                  </a:lnTo>
                  <a:close/>
                  <a:moveTo>
                    <a:pt x="34129" y="47917"/>
                  </a:moveTo>
                  <a:cubicBezTo>
                    <a:pt x="35104" y="38138"/>
                    <a:pt x="39005" y="28359"/>
                    <a:pt x="48756" y="28359"/>
                  </a:cubicBezTo>
                  <a:cubicBezTo>
                    <a:pt x="53631" y="28359"/>
                    <a:pt x="61432" y="30315"/>
                    <a:pt x="62407" y="47917"/>
                  </a:cubicBezTo>
                  <a:lnTo>
                    <a:pt x="34129" y="47917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4B9CFBB-46C7-F85F-942A-1C3F8412A0E9}"/>
                </a:ext>
              </a:extLst>
            </p:cNvPr>
            <p:cNvSpPr/>
            <p:nvPr/>
          </p:nvSpPr>
          <p:spPr>
            <a:xfrm>
              <a:off x="1213259" y="4733525"/>
              <a:ext cx="34128" cy="155486"/>
            </a:xfrm>
            <a:custGeom>
              <a:avLst/>
              <a:gdLst>
                <a:gd name="connsiteX0" fmla="*/ 0 w 34128"/>
                <a:gd name="connsiteY0" fmla="*/ 0 h 155486"/>
                <a:gd name="connsiteX1" fmla="*/ 34129 w 34128"/>
                <a:gd name="connsiteY1" fmla="*/ 0 h 155486"/>
                <a:gd name="connsiteX2" fmla="*/ 34129 w 34128"/>
                <a:gd name="connsiteY2" fmla="*/ 155486 h 155486"/>
                <a:gd name="connsiteX3" fmla="*/ 0 w 34128"/>
                <a:gd name="connsiteY3" fmla="*/ 155486 h 15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28" h="155486">
                  <a:moveTo>
                    <a:pt x="0" y="0"/>
                  </a:moveTo>
                  <a:lnTo>
                    <a:pt x="34129" y="0"/>
                  </a:lnTo>
                  <a:lnTo>
                    <a:pt x="34129" y="155486"/>
                  </a:lnTo>
                  <a:lnTo>
                    <a:pt x="0" y="155486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EB0DC2DA-5CAE-978E-2B8E-D992725C354F}"/>
                </a:ext>
              </a:extLst>
            </p:cNvPr>
            <p:cNvSpPr/>
            <p:nvPr/>
          </p:nvSpPr>
          <p:spPr>
            <a:xfrm>
              <a:off x="757880" y="4528166"/>
              <a:ext cx="118963" cy="164287"/>
            </a:xfrm>
            <a:custGeom>
              <a:avLst/>
              <a:gdLst>
                <a:gd name="connsiteX0" fmla="*/ 64358 w 118963"/>
                <a:gd name="connsiteY0" fmla="*/ 109525 h 164287"/>
                <a:gd name="connsiteX1" fmla="*/ 86785 w 118963"/>
                <a:gd name="connsiteY1" fmla="*/ 109525 h 164287"/>
                <a:gd name="connsiteX2" fmla="*/ 62407 w 118963"/>
                <a:gd name="connsiteY2" fmla="*/ 136906 h 164287"/>
                <a:gd name="connsiteX3" fmla="*/ 34129 w 118963"/>
                <a:gd name="connsiteY3" fmla="*/ 82144 h 164287"/>
                <a:gd name="connsiteX4" fmla="*/ 60457 w 118963"/>
                <a:gd name="connsiteY4" fmla="*/ 30315 h 164287"/>
                <a:gd name="connsiteX5" fmla="*/ 83860 w 118963"/>
                <a:gd name="connsiteY5" fmla="*/ 58674 h 164287"/>
                <a:gd name="connsiteX6" fmla="*/ 116039 w 118963"/>
                <a:gd name="connsiteY6" fmla="*/ 54762 h 164287"/>
                <a:gd name="connsiteX7" fmla="*/ 62407 w 118963"/>
                <a:gd name="connsiteY7" fmla="*/ 0 h 164287"/>
                <a:gd name="connsiteX8" fmla="*/ 0 w 118963"/>
                <a:gd name="connsiteY8" fmla="*/ 82144 h 164287"/>
                <a:gd name="connsiteX9" fmla="*/ 58507 w 118963"/>
                <a:gd name="connsiteY9" fmla="*/ 164287 h 164287"/>
                <a:gd name="connsiteX10" fmla="*/ 92636 w 118963"/>
                <a:gd name="connsiteY10" fmla="*/ 145707 h 164287"/>
                <a:gd name="connsiteX11" fmla="*/ 92636 w 118963"/>
                <a:gd name="connsiteY11" fmla="*/ 161354 h 164287"/>
                <a:gd name="connsiteX12" fmla="*/ 118964 w 118963"/>
                <a:gd name="connsiteY12" fmla="*/ 161354 h 164287"/>
                <a:gd name="connsiteX13" fmla="*/ 118964 w 118963"/>
                <a:gd name="connsiteY13" fmla="*/ 83122 h 164287"/>
                <a:gd name="connsiteX14" fmla="*/ 65333 w 118963"/>
                <a:gd name="connsiteY14" fmla="*/ 83122 h 164287"/>
                <a:gd name="connsiteX15" fmla="*/ 65333 w 118963"/>
                <a:gd name="connsiteY15" fmla="*/ 109525 h 16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8963" h="164287">
                  <a:moveTo>
                    <a:pt x="64358" y="109525"/>
                  </a:moveTo>
                  <a:lnTo>
                    <a:pt x="86785" y="109525"/>
                  </a:lnTo>
                  <a:cubicBezTo>
                    <a:pt x="84835" y="127127"/>
                    <a:pt x="76059" y="136906"/>
                    <a:pt x="62407" y="136906"/>
                  </a:cubicBezTo>
                  <a:cubicBezTo>
                    <a:pt x="50706" y="136906"/>
                    <a:pt x="34129" y="131039"/>
                    <a:pt x="34129" y="82144"/>
                  </a:cubicBezTo>
                  <a:cubicBezTo>
                    <a:pt x="34129" y="47917"/>
                    <a:pt x="42905" y="30315"/>
                    <a:pt x="60457" y="30315"/>
                  </a:cubicBezTo>
                  <a:cubicBezTo>
                    <a:pt x="73134" y="30315"/>
                    <a:pt x="78984" y="38138"/>
                    <a:pt x="83860" y="58674"/>
                  </a:cubicBezTo>
                  <a:lnTo>
                    <a:pt x="116039" y="54762"/>
                  </a:lnTo>
                  <a:cubicBezTo>
                    <a:pt x="109213" y="16624"/>
                    <a:pt x="92636" y="0"/>
                    <a:pt x="62407" y="0"/>
                  </a:cubicBezTo>
                  <a:cubicBezTo>
                    <a:pt x="23403" y="0"/>
                    <a:pt x="0" y="30315"/>
                    <a:pt x="0" y="82144"/>
                  </a:cubicBezTo>
                  <a:cubicBezTo>
                    <a:pt x="0" y="134950"/>
                    <a:pt x="21453" y="164287"/>
                    <a:pt x="58507" y="164287"/>
                  </a:cubicBezTo>
                  <a:cubicBezTo>
                    <a:pt x="75084" y="164287"/>
                    <a:pt x="86785" y="155486"/>
                    <a:pt x="92636" y="145707"/>
                  </a:cubicBezTo>
                  <a:lnTo>
                    <a:pt x="92636" y="161354"/>
                  </a:lnTo>
                  <a:lnTo>
                    <a:pt x="118964" y="161354"/>
                  </a:lnTo>
                  <a:lnTo>
                    <a:pt x="118964" y="83122"/>
                  </a:lnTo>
                  <a:lnTo>
                    <a:pt x="65333" y="83122"/>
                  </a:lnTo>
                  <a:lnTo>
                    <a:pt x="65333" y="109525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061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896" y="1085262"/>
            <a:ext cx="7740904" cy="1846681"/>
          </a:xfrm>
        </p:spPr>
        <p:txBody>
          <a:bodyPr anchor="ctr" anchorCtr="0"/>
          <a:lstStyle>
            <a:lvl1pPr algn="l">
              <a:lnSpc>
                <a:spcPct val="83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2072" y="2935224"/>
            <a:ext cx="4248150" cy="630936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105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ECAB4B7-018A-0EBB-A58F-9FCA59C75D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891868"/>
            <a:ext cx="9144000" cy="1371600"/>
          </a:xfrm>
          <a:solidFill>
            <a:schemeClr val="bg1">
              <a:lumMod val="85000"/>
            </a:schemeClr>
          </a:solidFill>
        </p:spPr>
        <p:txBody>
          <a:bodyPr tIns="18288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C42F142-1CC9-4A6C-6B3D-902A8C626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06911" y="453251"/>
            <a:ext cx="1810512" cy="219456"/>
          </a:xfrm>
          <a:prstGeom prst="roundRect">
            <a:avLst>
              <a:gd name="adj" fmla="val 50000"/>
            </a:avLst>
          </a:prstGeom>
          <a:ln w="19050">
            <a:solidFill>
              <a:schemeClr val="bg1"/>
            </a:solidFill>
          </a:ln>
        </p:spPr>
        <p:txBody>
          <a:bodyPr vert="horz" lIns="182880" tIns="45720" rIns="91440" bIns="45720" rtlCol="0" anchor="ctr"/>
          <a:lstStyle>
            <a:lvl1pPr algn="l">
              <a:defRPr sz="1100" b="1">
                <a:solidFill>
                  <a:schemeClr val="bg1"/>
                </a:solidFill>
              </a:defRPr>
            </a:lvl1pPr>
          </a:lstStyle>
          <a:p>
            <a:r>
              <a:rPr lang="en-US"/>
              <a:t>NYU Langone Health</a:t>
            </a:r>
          </a:p>
        </p:txBody>
      </p:sp>
      <p:grpSp>
        <p:nvGrpSpPr>
          <p:cNvPr id="9" name="Graphic 6">
            <a:extLst>
              <a:ext uri="{FF2B5EF4-FFF2-40B4-BE49-F238E27FC236}">
                <a16:creationId xmlns:a16="http://schemas.microsoft.com/office/drawing/2014/main" id="{2D7FAEEC-095D-1461-A55D-44722B51BC8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43751" y="256503"/>
            <a:ext cx="2560320" cy="659342"/>
            <a:chOff x="243131" y="4363879"/>
            <a:chExt cx="2050553" cy="528066"/>
          </a:xfrm>
          <a:solidFill>
            <a:srgbClr val="FFFFFF"/>
          </a:solidFill>
        </p:grpSpPr>
        <p:grpSp>
          <p:nvGrpSpPr>
            <p:cNvPr id="10" name="Graphic 6">
              <a:extLst>
                <a:ext uri="{FF2B5EF4-FFF2-40B4-BE49-F238E27FC236}">
                  <a16:creationId xmlns:a16="http://schemas.microsoft.com/office/drawing/2014/main" id="{43705A64-3844-6674-0E9F-E843013DAD78}"/>
                </a:ext>
              </a:extLst>
            </p:cNvPr>
            <p:cNvGrpSpPr/>
            <p:nvPr/>
          </p:nvGrpSpPr>
          <p:grpSpPr>
            <a:xfrm>
              <a:off x="243131" y="4363879"/>
              <a:ext cx="460142" cy="527338"/>
              <a:chOff x="243131" y="4363879"/>
              <a:chExt cx="460142" cy="527338"/>
            </a:xfrm>
            <a:solidFill>
              <a:srgbClr val="FFFFFF"/>
            </a:solidFill>
          </p:grpSpPr>
          <p:grpSp>
            <p:nvGrpSpPr>
              <p:cNvPr id="39" name="Graphic 6">
                <a:extLst>
                  <a:ext uri="{FF2B5EF4-FFF2-40B4-BE49-F238E27FC236}">
                    <a16:creationId xmlns:a16="http://schemas.microsoft.com/office/drawing/2014/main" id="{49895136-989C-FA12-9FB6-35DCE9341C9C}"/>
                  </a:ext>
                </a:extLst>
              </p:cNvPr>
              <p:cNvGrpSpPr/>
              <p:nvPr/>
            </p:nvGrpSpPr>
            <p:grpSpPr>
              <a:xfrm>
                <a:off x="243131" y="4363879"/>
                <a:ext cx="457650" cy="527338"/>
                <a:chOff x="243131" y="4363879"/>
                <a:chExt cx="457650" cy="527338"/>
              </a:xfrm>
              <a:solidFill>
                <a:srgbClr val="FFFFFF"/>
              </a:solidFill>
            </p:grpSpPr>
            <p:sp>
              <p:nvSpPr>
                <p:cNvPr id="41" name="Freeform 40">
                  <a:extLst>
                    <a:ext uri="{FF2B5EF4-FFF2-40B4-BE49-F238E27FC236}">
                      <a16:creationId xmlns:a16="http://schemas.microsoft.com/office/drawing/2014/main" id="{D0D91A69-4A2E-0929-429B-FC4D41F51DF1}"/>
                    </a:ext>
                  </a:extLst>
                </p:cNvPr>
                <p:cNvSpPr/>
                <p:nvPr/>
              </p:nvSpPr>
              <p:spPr>
                <a:xfrm>
                  <a:off x="265989" y="4363879"/>
                  <a:ext cx="434792" cy="163309"/>
                </a:xfrm>
                <a:custGeom>
                  <a:avLst/>
                  <a:gdLst>
                    <a:gd name="connsiteX0" fmla="*/ 434359 w 434792"/>
                    <a:gd name="connsiteY0" fmla="*/ 108547 h 163309"/>
                    <a:gd name="connsiteX1" fmla="*/ 434359 w 434792"/>
                    <a:gd name="connsiteY1" fmla="*/ 108547 h 163309"/>
                    <a:gd name="connsiteX2" fmla="*/ 431434 w 434792"/>
                    <a:gd name="connsiteY2" fmla="*/ 103657 h 163309"/>
                    <a:gd name="connsiteX3" fmla="*/ 396330 w 434792"/>
                    <a:gd name="connsiteY3" fmla="*/ 64541 h 163309"/>
                    <a:gd name="connsiteX4" fmla="*/ 234461 w 434792"/>
                    <a:gd name="connsiteY4" fmla="*/ 0 h 163309"/>
                    <a:gd name="connsiteX5" fmla="*/ 48214 w 434792"/>
                    <a:gd name="connsiteY5" fmla="*/ 86055 h 163309"/>
                    <a:gd name="connsiteX6" fmla="*/ 433 w 434792"/>
                    <a:gd name="connsiteY6" fmla="*/ 161354 h 163309"/>
                    <a:gd name="connsiteX7" fmla="*/ 433 w 434792"/>
                    <a:gd name="connsiteY7" fmla="*/ 163309 h 163309"/>
                    <a:gd name="connsiteX8" fmla="*/ 1408 w 434792"/>
                    <a:gd name="connsiteY8" fmla="*/ 161354 h 163309"/>
                    <a:gd name="connsiteX9" fmla="*/ 54065 w 434792"/>
                    <a:gd name="connsiteY9" fmla="*/ 94856 h 163309"/>
                    <a:gd name="connsiteX10" fmla="*/ 235436 w 434792"/>
                    <a:gd name="connsiteY10" fmla="*/ 32271 h 163309"/>
                    <a:gd name="connsiteX11" fmla="*/ 386579 w 434792"/>
                    <a:gd name="connsiteY11" fmla="*/ 73343 h 163309"/>
                    <a:gd name="connsiteX12" fmla="*/ 429484 w 434792"/>
                    <a:gd name="connsiteY12" fmla="*/ 105613 h 163309"/>
                    <a:gd name="connsiteX13" fmla="*/ 434359 w 434792"/>
                    <a:gd name="connsiteY13" fmla="*/ 108547 h 163309"/>
                    <a:gd name="connsiteX14" fmla="*/ 434359 w 434792"/>
                    <a:gd name="connsiteY14" fmla="*/ 108547 h 163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34792" h="163309">
                      <a:moveTo>
                        <a:pt x="434359" y="108547"/>
                      </a:moveTo>
                      <a:cubicBezTo>
                        <a:pt x="434359" y="108547"/>
                        <a:pt x="435334" y="108547"/>
                        <a:pt x="434359" y="108547"/>
                      </a:cubicBezTo>
                      <a:cubicBezTo>
                        <a:pt x="434359" y="107569"/>
                        <a:pt x="433384" y="106591"/>
                        <a:pt x="431434" y="103657"/>
                      </a:cubicBezTo>
                      <a:cubicBezTo>
                        <a:pt x="429484" y="100724"/>
                        <a:pt x="414857" y="81166"/>
                        <a:pt x="396330" y="64541"/>
                      </a:cubicBezTo>
                      <a:cubicBezTo>
                        <a:pt x="378778" y="47917"/>
                        <a:pt x="323196" y="0"/>
                        <a:pt x="234461" y="0"/>
                      </a:cubicBezTo>
                      <a:cubicBezTo>
                        <a:pt x="142800" y="0"/>
                        <a:pt x="80393" y="49873"/>
                        <a:pt x="48214" y="86055"/>
                      </a:cubicBezTo>
                      <a:cubicBezTo>
                        <a:pt x="17010" y="121260"/>
                        <a:pt x="1408" y="160376"/>
                        <a:pt x="433" y="161354"/>
                      </a:cubicBezTo>
                      <a:cubicBezTo>
                        <a:pt x="433" y="162331"/>
                        <a:pt x="-542" y="162331"/>
                        <a:pt x="433" y="163309"/>
                      </a:cubicBezTo>
                      <a:cubicBezTo>
                        <a:pt x="1408" y="163309"/>
                        <a:pt x="1408" y="162331"/>
                        <a:pt x="1408" y="161354"/>
                      </a:cubicBezTo>
                      <a:cubicBezTo>
                        <a:pt x="2384" y="160376"/>
                        <a:pt x="17985" y="124193"/>
                        <a:pt x="54065" y="94856"/>
                      </a:cubicBezTo>
                      <a:cubicBezTo>
                        <a:pt x="90144" y="65519"/>
                        <a:pt x="148651" y="32271"/>
                        <a:pt x="235436" y="32271"/>
                      </a:cubicBezTo>
                      <a:cubicBezTo>
                        <a:pt x="309545" y="32271"/>
                        <a:pt x="362201" y="58674"/>
                        <a:pt x="386579" y="73343"/>
                      </a:cubicBezTo>
                      <a:cubicBezTo>
                        <a:pt x="410956" y="88011"/>
                        <a:pt x="426558" y="102680"/>
                        <a:pt x="429484" y="105613"/>
                      </a:cubicBezTo>
                      <a:cubicBezTo>
                        <a:pt x="432409" y="107569"/>
                        <a:pt x="433384" y="107569"/>
                        <a:pt x="434359" y="108547"/>
                      </a:cubicBezTo>
                      <a:cubicBezTo>
                        <a:pt x="434359" y="108547"/>
                        <a:pt x="434359" y="108547"/>
                        <a:pt x="434359" y="10854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7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FFC86F52-5028-1CFC-9D74-2F758BBD996B}"/>
                    </a:ext>
                  </a:extLst>
                </p:cNvPr>
                <p:cNvSpPr/>
                <p:nvPr/>
              </p:nvSpPr>
              <p:spPr>
                <a:xfrm>
                  <a:off x="243131" y="4611287"/>
                  <a:ext cx="393834" cy="279929"/>
                </a:xfrm>
                <a:custGeom>
                  <a:avLst/>
                  <a:gdLst>
                    <a:gd name="connsiteX0" fmla="*/ 1839 w 393834"/>
                    <a:gd name="connsiteY0" fmla="*/ 0 h 279929"/>
                    <a:gd name="connsiteX1" fmla="*/ 1839 w 393834"/>
                    <a:gd name="connsiteY1" fmla="*/ 0 h 279929"/>
                    <a:gd name="connsiteX2" fmla="*/ 1839 w 393834"/>
                    <a:gd name="connsiteY2" fmla="*/ 3912 h 279929"/>
                    <a:gd name="connsiteX3" fmla="*/ 22316 w 393834"/>
                    <a:gd name="connsiteY3" fmla="*/ 93878 h 279929"/>
                    <a:gd name="connsiteX4" fmla="*/ 149081 w 393834"/>
                    <a:gd name="connsiteY4" fmla="*/ 221983 h 279929"/>
                    <a:gd name="connsiteX5" fmla="*/ 312900 w 393834"/>
                    <a:gd name="connsiteY5" fmla="*/ 251320 h 279929"/>
                    <a:gd name="connsiteX6" fmla="*/ 391885 w 393834"/>
                    <a:gd name="connsiteY6" fmla="*/ 228829 h 279929"/>
                    <a:gd name="connsiteX7" fmla="*/ 393835 w 393834"/>
                    <a:gd name="connsiteY7" fmla="*/ 227851 h 279929"/>
                    <a:gd name="connsiteX8" fmla="*/ 393835 w 393834"/>
                    <a:gd name="connsiteY8" fmla="*/ 227851 h 279929"/>
                    <a:gd name="connsiteX9" fmla="*/ 391885 w 393834"/>
                    <a:gd name="connsiteY9" fmla="*/ 228829 h 279929"/>
                    <a:gd name="connsiteX10" fmla="*/ 386034 w 393834"/>
                    <a:gd name="connsiteY10" fmla="*/ 233718 h 279929"/>
                    <a:gd name="connsiteX11" fmla="*/ 337278 w 393834"/>
                    <a:gd name="connsiteY11" fmla="*/ 261099 h 279929"/>
                    <a:gd name="connsiteX12" fmla="*/ 128604 w 393834"/>
                    <a:gd name="connsiteY12" fmla="*/ 250342 h 279929"/>
                    <a:gd name="connsiteX13" fmla="*/ 5739 w 393834"/>
                    <a:gd name="connsiteY13" fmla="*/ 81166 h 279929"/>
                    <a:gd name="connsiteX14" fmla="*/ 864 w 393834"/>
                    <a:gd name="connsiteY14" fmla="*/ 1956 h 279929"/>
                    <a:gd name="connsiteX15" fmla="*/ 1839 w 393834"/>
                    <a:gd name="connsiteY15" fmla="*/ 0 h 279929"/>
                    <a:gd name="connsiteX16" fmla="*/ 1839 w 393834"/>
                    <a:gd name="connsiteY16" fmla="*/ 0 h 2799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93834" h="279929">
                      <a:moveTo>
                        <a:pt x="1839" y="0"/>
                      </a:moveTo>
                      <a:cubicBezTo>
                        <a:pt x="2814" y="0"/>
                        <a:pt x="2814" y="0"/>
                        <a:pt x="1839" y="0"/>
                      </a:cubicBezTo>
                      <a:cubicBezTo>
                        <a:pt x="2814" y="978"/>
                        <a:pt x="1839" y="1956"/>
                        <a:pt x="1839" y="3912"/>
                      </a:cubicBezTo>
                      <a:cubicBezTo>
                        <a:pt x="1839" y="5867"/>
                        <a:pt x="-111" y="48895"/>
                        <a:pt x="22316" y="93878"/>
                      </a:cubicBezTo>
                      <a:cubicBezTo>
                        <a:pt x="44744" y="140818"/>
                        <a:pt x="84724" y="189713"/>
                        <a:pt x="149081" y="221983"/>
                      </a:cubicBezTo>
                      <a:cubicBezTo>
                        <a:pt x="209538" y="251320"/>
                        <a:pt x="269020" y="256210"/>
                        <a:pt x="312900" y="251320"/>
                      </a:cubicBezTo>
                      <a:cubicBezTo>
                        <a:pt x="355805" y="246431"/>
                        <a:pt x="387984" y="230784"/>
                        <a:pt x="391885" y="228829"/>
                      </a:cubicBezTo>
                      <a:cubicBezTo>
                        <a:pt x="393835" y="227851"/>
                        <a:pt x="393835" y="227851"/>
                        <a:pt x="393835" y="227851"/>
                      </a:cubicBezTo>
                      <a:cubicBezTo>
                        <a:pt x="393835" y="227851"/>
                        <a:pt x="393835" y="227851"/>
                        <a:pt x="393835" y="227851"/>
                      </a:cubicBezTo>
                      <a:cubicBezTo>
                        <a:pt x="393835" y="227851"/>
                        <a:pt x="392860" y="228829"/>
                        <a:pt x="391885" y="228829"/>
                      </a:cubicBezTo>
                      <a:cubicBezTo>
                        <a:pt x="390909" y="229807"/>
                        <a:pt x="388959" y="231762"/>
                        <a:pt x="386034" y="233718"/>
                      </a:cubicBezTo>
                      <a:cubicBezTo>
                        <a:pt x="381158" y="237630"/>
                        <a:pt x="371407" y="246431"/>
                        <a:pt x="337278" y="261099"/>
                      </a:cubicBezTo>
                      <a:cubicBezTo>
                        <a:pt x="289498" y="281635"/>
                        <a:pt x="208563" y="294348"/>
                        <a:pt x="128604" y="250342"/>
                      </a:cubicBezTo>
                      <a:cubicBezTo>
                        <a:pt x="51570" y="208293"/>
                        <a:pt x="17441" y="135928"/>
                        <a:pt x="5739" y="81166"/>
                      </a:cubicBezTo>
                      <a:cubicBezTo>
                        <a:pt x="-3037" y="39116"/>
                        <a:pt x="864" y="4890"/>
                        <a:pt x="864" y="1956"/>
                      </a:cubicBezTo>
                      <a:cubicBezTo>
                        <a:pt x="1839" y="978"/>
                        <a:pt x="1839" y="978"/>
                        <a:pt x="1839" y="0"/>
                      </a:cubicBezTo>
                      <a:cubicBezTo>
                        <a:pt x="1839" y="0"/>
                        <a:pt x="1839" y="0"/>
                        <a:pt x="183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7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1F05E7CF-AF37-9A0D-1902-E9196FEE412D}"/>
                  </a:ext>
                </a:extLst>
              </p:cNvPr>
              <p:cNvSpPr/>
              <p:nvPr/>
            </p:nvSpPr>
            <p:spPr>
              <a:xfrm>
                <a:off x="341507" y="4535011"/>
                <a:ext cx="361767" cy="157441"/>
              </a:xfrm>
              <a:custGeom>
                <a:avLst/>
                <a:gdLst>
                  <a:gd name="connsiteX0" fmla="*/ 201849 w 361767"/>
                  <a:gd name="connsiteY0" fmla="*/ 154508 h 157441"/>
                  <a:gd name="connsiteX1" fmla="*/ 201849 w 361767"/>
                  <a:gd name="connsiteY1" fmla="*/ 93878 h 157441"/>
                  <a:gd name="connsiteX2" fmla="*/ 245729 w 361767"/>
                  <a:gd name="connsiteY2" fmla="*/ 0 h 157441"/>
                  <a:gd name="connsiteX3" fmla="*/ 211600 w 361767"/>
                  <a:gd name="connsiteY3" fmla="*/ 0 h 157441"/>
                  <a:gd name="connsiteX4" fmla="*/ 185272 w 361767"/>
                  <a:gd name="connsiteY4" fmla="*/ 61608 h 157441"/>
                  <a:gd name="connsiteX5" fmla="*/ 158944 w 361767"/>
                  <a:gd name="connsiteY5" fmla="*/ 0 h 157441"/>
                  <a:gd name="connsiteX6" fmla="*/ 123840 w 361767"/>
                  <a:gd name="connsiteY6" fmla="*/ 0 h 157441"/>
                  <a:gd name="connsiteX7" fmla="*/ 167720 w 361767"/>
                  <a:gd name="connsiteY7" fmla="*/ 93878 h 157441"/>
                  <a:gd name="connsiteX8" fmla="*/ 167720 w 361767"/>
                  <a:gd name="connsiteY8" fmla="*/ 154508 h 157441"/>
                  <a:gd name="connsiteX9" fmla="*/ 201849 w 361767"/>
                  <a:gd name="connsiteY9" fmla="*/ 154508 h 157441"/>
                  <a:gd name="connsiteX10" fmla="*/ 81910 w 361767"/>
                  <a:gd name="connsiteY10" fmla="*/ 88989 h 157441"/>
                  <a:gd name="connsiteX11" fmla="*/ 35104 w 361767"/>
                  <a:gd name="connsiteY11" fmla="*/ 978 h 157441"/>
                  <a:gd name="connsiteX12" fmla="*/ 35104 w 361767"/>
                  <a:gd name="connsiteY12" fmla="*/ 0 h 157441"/>
                  <a:gd name="connsiteX13" fmla="*/ 0 w 361767"/>
                  <a:gd name="connsiteY13" fmla="*/ 0 h 157441"/>
                  <a:gd name="connsiteX14" fmla="*/ 0 w 361767"/>
                  <a:gd name="connsiteY14" fmla="*/ 155486 h 157441"/>
                  <a:gd name="connsiteX15" fmla="*/ 31204 w 361767"/>
                  <a:gd name="connsiteY15" fmla="*/ 155486 h 157441"/>
                  <a:gd name="connsiteX16" fmla="*/ 31204 w 361767"/>
                  <a:gd name="connsiteY16" fmla="*/ 63564 h 157441"/>
                  <a:gd name="connsiteX17" fmla="*/ 81910 w 361767"/>
                  <a:gd name="connsiteY17" fmla="*/ 154508 h 157441"/>
                  <a:gd name="connsiteX18" fmla="*/ 82885 w 361767"/>
                  <a:gd name="connsiteY18" fmla="*/ 155486 h 157441"/>
                  <a:gd name="connsiteX19" fmla="*/ 114088 w 361767"/>
                  <a:gd name="connsiteY19" fmla="*/ 155486 h 157441"/>
                  <a:gd name="connsiteX20" fmla="*/ 114088 w 361767"/>
                  <a:gd name="connsiteY20" fmla="*/ 0 h 157441"/>
                  <a:gd name="connsiteX21" fmla="*/ 82885 w 361767"/>
                  <a:gd name="connsiteY21" fmla="*/ 0 h 157441"/>
                  <a:gd name="connsiteX22" fmla="*/ 82885 w 361767"/>
                  <a:gd name="connsiteY22" fmla="*/ 88989 h 157441"/>
                  <a:gd name="connsiteX23" fmla="*/ 361767 w 361767"/>
                  <a:gd name="connsiteY23" fmla="*/ 100724 h 157441"/>
                  <a:gd name="connsiteX24" fmla="*/ 361767 w 361767"/>
                  <a:gd name="connsiteY24" fmla="*/ 0 h 157441"/>
                  <a:gd name="connsiteX25" fmla="*/ 328613 w 361767"/>
                  <a:gd name="connsiteY25" fmla="*/ 0 h 157441"/>
                  <a:gd name="connsiteX26" fmla="*/ 328613 w 361767"/>
                  <a:gd name="connsiteY26" fmla="*/ 99746 h 157441"/>
                  <a:gd name="connsiteX27" fmla="*/ 309111 w 361767"/>
                  <a:gd name="connsiteY27" fmla="*/ 128105 h 157441"/>
                  <a:gd name="connsiteX28" fmla="*/ 289609 w 361767"/>
                  <a:gd name="connsiteY28" fmla="*/ 99746 h 157441"/>
                  <a:gd name="connsiteX29" fmla="*/ 289609 w 361767"/>
                  <a:gd name="connsiteY29" fmla="*/ 0 h 157441"/>
                  <a:gd name="connsiteX30" fmla="*/ 255480 w 361767"/>
                  <a:gd name="connsiteY30" fmla="*/ 0 h 157441"/>
                  <a:gd name="connsiteX31" fmla="*/ 255480 w 361767"/>
                  <a:gd name="connsiteY31" fmla="*/ 100724 h 157441"/>
                  <a:gd name="connsiteX32" fmla="*/ 309111 w 361767"/>
                  <a:gd name="connsiteY32" fmla="*/ 157442 h 157441"/>
                  <a:gd name="connsiteX33" fmla="*/ 361767 w 361767"/>
                  <a:gd name="connsiteY33" fmla="*/ 100724 h 157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361767" h="157441">
                    <a:moveTo>
                      <a:pt x="201849" y="154508"/>
                    </a:moveTo>
                    <a:lnTo>
                      <a:pt x="201849" y="93878"/>
                    </a:lnTo>
                    <a:lnTo>
                      <a:pt x="245729" y="0"/>
                    </a:lnTo>
                    <a:lnTo>
                      <a:pt x="211600" y="0"/>
                    </a:lnTo>
                    <a:lnTo>
                      <a:pt x="185272" y="61608"/>
                    </a:lnTo>
                    <a:lnTo>
                      <a:pt x="158944" y="0"/>
                    </a:lnTo>
                    <a:lnTo>
                      <a:pt x="123840" y="0"/>
                    </a:lnTo>
                    <a:lnTo>
                      <a:pt x="167720" y="93878"/>
                    </a:lnTo>
                    <a:lnTo>
                      <a:pt x="167720" y="154508"/>
                    </a:lnTo>
                    <a:lnTo>
                      <a:pt x="201849" y="154508"/>
                    </a:lnTo>
                    <a:close/>
                    <a:moveTo>
                      <a:pt x="81910" y="88989"/>
                    </a:moveTo>
                    <a:cubicBezTo>
                      <a:pt x="71183" y="67475"/>
                      <a:pt x="37054" y="3912"/>
                      <a:pt x="35104" y="978"/>
                    </a:cubicBezTo>
                    <a:lnTo>
                      <a:pt x="35104" y="0"/>
                    </a:lnTo>
                    <a:lnTo>
                      <a:pt x="0" y="0"/>
                    </a:lnTo>
                    <a:lnTo>
                      <a:pt x="0" y="155486"/>
                    </a:lnTo>
                    <a:lnTo>
                      <a:pt x="31204" y="155486"/>
                    </a:lnTo>
                    <a:lnTo>
                      <a:pt x="31204" y="63564"/>
                    </a:lnTo>
                    <a:cubicBezTo>
                      <a:pt x="42905" y="85077"/>
                      <a:pt x="79959" y="150597"/>
                      <a:pt x="81910" y="154508"/>
                    </a:cubicBezTo>
                    <a:lnTo>
                      <a:pt x="82885" y="155486"/>
                    </a:lnTo>
                    <a:lnTo>
                      <a:pt x="114088" y="155486"/>
                    </a:lnTo>
                    <a:lnTo>
                      <a:pt x="114088" y="0"/>
                    </a:lnTo>
                    <a:lnTo>
                      <a:pt x="82885" y="0"/>
                    </a:lnTo>
                    <a:lnTo>
                      <a:pt x="82885" y="88989"/>
                    </a:lnTo>
                    <a:close/>
                    <a:moveTo>
                      <a:pt x="361767" y="100724"/>
                    </a:moveTo>
                    <a:lnTo>
                      <a:pt x="361767" y="0"/>
                    </a:lnTo>
                    <a:lnTo>
                      <a:pt x="328613" y="0"/>
                    </a:lnTo>
                    <a:lnTo>
                      <a:pt x="328613" y="99746"/>
                    </a:lnTo>
                    <a:cubicBezTo>
                      <a:pt x="328613" y="120282"/>
                      <a:pt x="322763" y="128105"/>
                      <a:pt x="309111" y="128105"/>
                    </a:cubicBezTo>
                    <a:cubicBezTo>
                      <a:pt x="294484" y="128105"/>
                      <a:pt x="289609" y="120282"/>
                      <a:pt x="289609" y="99746"/>
                    </a:cubicBezTo>
                    <a:lnTo>
                      <a:pt x="289609" y="0"/>
                    </a:lnTo>
                    <a:lnTo>
                      <a:pt x="255480" y="0"/>
                    </a:lnTo>
                    <a:lnTo>
                      <a:pt x="255480" y="100724"/>
                    </a:lnTo>
                    <a:cubicBezTo>
                      <a:pt x="255480" y="137884"/>
                      <a:pt x="274007" y="157442"/>
                      <a:pt x="309111" y="157442"/>
                    </a:cubicBezTo>
                    <a:cubicBezTo>
                      <a:pt x="344215" y="157442"/>
                      <a:pt x="361767" y="138862"/>
                      <a:pt x="361767" y="1007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" name="Graphic 6">
              <a:extLst>
                <a:ext uri="{FF2B5EF4-FFF2-40B4-BE49-F238E27FC236}">
                  <a16:creationId xmlns:a16="http://schemas.microsoft.com/office/drawing/2014/main" id="{D18CA877-A985-0604-E715-C5F265797596}"/>
                </a:ext>
              </a:extLst>
            </p:cNvPr>
            <p:cNvGrpSpPr/>
            <p:nvPr/>
          </p:nvGrpSpPr>
          <p:grpSpPr>
            <a:xfrm>
              <a:off x="898297" y="4574127"/>
              <a:ext cx="765464" cy="118325"/>
              <a:chOff x="898297" y="4574127"/>
              <a:chExt cx="765464" cy="118325"/>
            </a:xfrm>
            <a:solidFill>
              <a:srgbClr val="FFFFFF"/>
            </a:solidFill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871EBE37-EEA6-0045-47C4-58D765D6A17C}"/>
                  </a:ext>
                </a:extLst>
              </p:cNvPr>
              <p:cNvSpPr/>
              <p:nvPr/>
            </p:nvSpPr>
            <p:spPr>
              <a:xfrm>
                <a:off x="898297" y="4575105"/>
                <a:ext cx="67282" cy="115392"/>
              </a:xfrm>
              <a:custGeom>
                <a:avLst/>
                <a:gdLst>
                  <a:gd name="connsiteX0" fmla="*/ 34129 w 67282"/>
                  <a:gd name="connsiteY0" fmla="*/ 115392 h 115392"/>
                  <a:gd name="connsiteX1" fmla="*/ 0 w 67282"/>
                  <a:gd name="connsiteY1" fmla="*/ 115392 h 115392"/>
                  <a:gd name="connsiteX2" fmla="*/ 0 w 67282"/>
                  <a:gd name="connsiteY2" fmla="*/ 1956 h 115392"/>
                  <a:gd name="connsiteX3" fmla="*/ 34129 w 67282"/>
                  <a:gd name="connsiteY3" fmla="*/ 1956 h 115392"/>
                  <a:gd name="connsiteX4" fmla="*/ 34129 w 67282"/>
                  <a:gd name="connsiteY4" fmla="*/ 16624 h 115392"/>
                  <a:gd name="connsiteX5" fmla="*/ 64358 w 67282"/>
                  <a:gd name="connsiteY5" fmla="*/ 0 h 115392"/>
                  <a:gd name="connsiteX6" fmla="*/ 66308 w 67282"/>
                  <a:gd name="connsiteY6" fmla="*/ 0 h 115392"/>
                  <a:gd name="connsiteX7" fmla="*/ 67283 w 67282"/>
                  <a:gd name="connsiteY7" fmla="*/ 0 h 115392"/>
                  <a:gd name="connsiteX8" fmla="*/ 67283 w 67282"/>
                  <a:gd name="connsiteY8" fmla="*/ 28359 h 115392"/>
                  <a:gd name="connsiteX9" fmla="*/ 65333 w 67282"/>
                  <a:gd name="connsiteY9" fmla="*/ 28359 h 115392"/>
                  <a:gd name="connsiteX10" fmla="*/ 59482 w 67282"/>
                  <a:gd name="connsiteY10" fmla="*/ 27381 h 115392"/>
                  <a:gd name="connsiteX11" fmla="*/ 34129 w 67282"/>
                  <a:gd name="connsiteY11" fmla="*/ 39116 h 115392"/>
                  <a:gd name="connsiteX12" fmla="*/ 34129 w 67282"/>
                  <a:gd name="connsiteY12" fmla="*/ 115392 h 115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7282" h="115392">
                    <a:moveTo>
                      <a:pt x="34129" y="115392"/>
                    </a:moveTo>
                    <a:lnTo>
                      <a:pt x="0" y="115392"/>
                    </a:lnTo>
                    <a:lnTo>
                      <a:pt x="0" y="1956"/>
                    </a:lnTo>
                    <a:lnTo>
                      <a:pt x="34129" y="1956"/>
                    </a:lnTo>
                    <a:lnTo>
                      <a:pt x="34129" y="16624"/>
                    </a:lnTo>
                    <a:cubicBezTo>
                      <a:pt x="39980" y="7823"/>
                      <a:pt x="48756" y="0"/>
                      <a:pt x="64358" y="0"/>
                    </a:cubicBezTo>
                    <a:cubicBezTo>
                      <a:pt x="64358" y="0"/>
                      <a:pt x="66308" y="0"/>
                      <a:pt x="66308" y="0"/>
                    </a:cubicBezTo>
                    <a:lnTo>
                      <a:pt x="67283" y="0"/>
                    </a:lnTo>
                    <a:lnTo>
                      <a:pt x="67283" y="28359"/>
                    </a:lnTo>
                    <a:lnTo>
                      <a:pt x="65333" y="28359"/>
                    </a:lnTo>
                    <a:cubicBezTo>
                      <a:pt x="64358" y="28359"/>
                      <a:pt x="60457" y="27381"/>
                      <a:pt x="59482" y="27381"/>
                    </a:cubicBezTo>
                    <a:cubicBezTo>
                      <a:pt x="45830" y="27381"/>
                      <a:pt x="37054" y="35204"/>
                      <a:pt x="34129" y="39116"/>
                    </a:cubicBezTo>
                    <a:lnTo>
                      <a:pt x="34129" y="115392"/>
                    </a:ln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ACC7E3F8-655C-73D6-FAE5-5DF74C69351E}"/>
                  </a:ext>
                </a:extLst>
              </p:cNvPr>
              <p:cNvSpPr/>
              <p:nvPr/>
            </p:nvSpPr>
            <p:spPr>
              <a:xfrm>
                <a:off x="1182055" y="4576083"/>
                <a:ext cx="93659" cy="116370"/>
              </a:xfrm>
              <a:custGeom>
                <a:avLst/>
                <a:gdLst>
                  <a:gd name="connsiteX0" fmla="*/ 48756 w 93659"/>
                  <a:gd name="connsiteY0" fmla="*/ 116370 h 116370"/>
                  <a:gd name="connsiteX1" fmla="*/ 975 w 93659"/>
                  <a:gd name="connsiteY1" fmla="*/ 96812 h 116370"/>
                  <a:gd name="connsiteX2" fmla="*/ 0 w 93659"/>
                  <a:gd name="connsiteY2" fmla="*/ 95834 h 116370"/>
                  <a:gd name="connsiteX3" fmla="*/ 17552 w 93659"/>
                  <a:gd name="connsiteY3" fmla="*/ 77254 h 116370"/>
                  <a:gd name="connsiteX4" fmla="*/ 18527 w 93659"/>
                  <a:gd name="connsiteY4" fmla="*/ 78232 h 116370"/>
                  <a:gd name="connsiteX5" fmla="*/ 48756 w 93659"/>
                  <a:gd name="connsiteY5" fmla="*/ 92901 h 116370"/>
                  <a:gd name="connsiteX6" fmla="*/ 62407 w 93659"/>
                  <a:gd name="connsiteY6" fmla="*/ 84099 h 116370"/>
                  <a:gd name="connsiteX7" fmla="*/ 41930 w 93659"/>
                  <a:gd name="connsiteY7" fmla="*/ 70409 h 116370"/>
                  <a:gd name="connsiteX8" fmla="*/ 4876 w 93659"/>
                  <a:gd name="connsiteY8" fmla="*/ 34227 h 116370"/>
                  <a:gd name="connsiteX9" fmla="*/ 47781 w 93659"/>
                  <a:gd name="connsiteY9" fmla="*/ 0 h 116370"/>
                  <a:gd name="connsiteX10" fmla="*/ 89711 w 93659"/>
                  <a:gd name="connsiteY10" fmla="*/ 17602 h 116370"/>
                  <a:gd name="connsiteX11" fmla="*/ 90686 w 93659"/>
                  <a:gd name="connsiteY11" fmla="*/ 18580 h 116370"/>
                  <a:gd name="connsiteX12" fmla="*/ 73134 w 93659"/>
                  <a:gd name="connsiteY12" fmla="*/ 37160 h 116370"/>
                  <a:gd name="connsiteX13" fmla="*/ 72158 w 93659"/>
                  <a:gd name="connsiteY13" fmla="*/ 36182 h 116370"/>
                  <a:gd name="connsiteX14" fmla="*/ 47781 w 93659"/>
                  <a:gd name="connsiteY14" fmla="*/ 24448 h 116370"/>
                  <a:gd name="connsiteX15" fmla="*/ 37054 w 93659"/>
                  <a:gd name="connsiteY15" fmla="*/ 32271 h 116370"/>
                  <a:gd name="connsiteX16" fmla="*/ 56557 w 93659"/>
                  <a:gd name="connsiteY16" fmla="*/ 45961 h 116370"/>
                  <a:gd name="connsiteX17" fmla="*/ 93611 w 93659"/>
                  <a:gd name="connsiteY17" fmla="*/ 82144 h 116370"/>
                  <a:gd name="connsiteX18" fmla="*/ 48756 w 93659"/>
                  <a:gd name="connsiteY18" fmla="*/ 116370 h 116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3659" h="116370">
                    <a:moveTo>
                      <a:pt x="48756" y="116370"/>
                    </a:moveTo>
                    <a:cubicBezTo>
                      <a:pt x="27303" y="116370"/>
                      <a:pt x="12677" y="110503"/>
                      <a:pt x="975" y="96812"/>
                    </a:cubicBezTo>
                    <a:lnTo>
                      <a:pt x="0" y="95834"/>
                    </a:lnTo>
                    <a:lnTo>
                      <a:pt x="17552" y="77254"/>
                    </a:lnTo>
                    <a:lnTo>
                      <a:pt x="18527" y="78232"/>
                    </a:lnTo>
                    <a:cubicBezTo>
                      <a:pt x="27303" y="87033"/>
                      <a:pt x="39005" y="92901"/>
                      <a:pt x="48756" y="92901"/>
                    </a:cubicBezTo>
                    <a:cubicBezTo>
                      <a:pt x="54606" y="92901"/>
                      <a:pt x="62407" y="90945"/>
                      <a:pt x="62407" y="84099"/>
                    </a:cubicBezTo>
                    <a:cubicBezTo>
                      <a:pt x="62407" y="76276"/>
                      <a:pt x="53631" y="73343"/>
                      <a:pt x="41930" y="70409"/>
                    </a:cubicBezTo>
                    <a:cubicBezTo>
                      <a:pt x="25353" y="65519"/>
                      <a:pt x="4876" y="59652"/>
                      <a:pt x="4876" y="34227"/>
                    </a:cubicBezTo>
                    <a:cubicBezTo>
                      <a:pt x="4876" y="10757"/>
                      <a:pt x="26328" y="0"/>
                      <a:pt x="47781" y="0"/>
                    </a:cubicBezTo>
                    <a:cubicBezTo>
                      <a:pt x="63382" y="0"/>
                      <a:pt x="79959" y="6845"/>
                      <a:pt x="89711" y="17602"/>
                    </a:cubicBezTo>
                    <a:lnTo>
                      <a:pt x="90686" y="18580"/>
                    </a:lnTo>
                    <a:lnTo>
                      <a:pt x="73134" y="37160"/>
                    </a:lnTo>
                    <a:lnTo>
                      <a:pt x="72158" y="36182"/>
                    </a:lnTo>
                    <a:cubicBezTo>
                      <a:pt x="63382" y="27381"/>
                      <a:pt x="55582" y="24448"/>
                      <a:pt x="47781" y="24448"/>
                    </a:cubicBezTo>
                    <a:cubicBezTo>
                      <a:pt x="43880" y="24448"/>
                      <a:pt x="37054" y="25425"/>
                      <a:pt x="37054" y="32271"/>
                    </a:cubicBezTo>
                    <a:cubicBezTo>
                      <a:pt x="37054" y="40094"/>
                      <a:pt x="45830" y="42050"/>
                      <a:pt x="56557" y="45961"/>
                    </a:cubicBezTo>
                    <a:cubicBezTo>
                      <a:pt x="73134" y="50851"/>
                      <a:pt x="93611" y="56718"/>
                      <a:pt x="93611" y="82144"/>
                    </a:cubicBezTo>
                    <a:cubicBezTo>
                      <a:pt x="94586" y="98768"/>
                      <a:pt x="80935" y="116370"/>
                      <a:pt x="48756" y="1163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4F5BFF66-FF80-6298-98C5-0A5E67883A51}"/>
                  </a:ext>
                </a:extLst>
              </p:cNvPr>
              <p:cNvSpPr/>
              <p:nvPr/>
            </p:nvSpPr>
            <p:spPr>
              <a:xfrm>
                <a:off x="1079668" y="4576083"/>
                <a:ext cx="93659" cy="116370"/>
              </a:xfrm>
              <a:custGeom>
                <a:avLst/>
                <a:gdLst>
                  <a:gd name="connsiteX0" fmla="*/ 48756 w 93659"/>
                  <a:gd name="connsiteY0" fmla="*/ 116370 h 116370"/>
                  <a:gd name="connsiteX1" fmla="*/ 975 w 93659"/>
                  <a:gd name="connsiteY1" fmla="*/ 96812 h 116370"/>
                  <a:gd name="connsiteX2" fmla="*/ 0 w 93659"/>
                  <a:gd name="connsiteY2" fmla="*/ 95834 h 116370"/>
                  <a:gd name="connsiteX3" fmla="*/ 17552 w 93659"/>
                  <a:gd name="connsiteY3" fmla="*/ 77254 h 116370"/>
                  <a:gd name="connsiteX4" fmla="*/ 18527 w 93659"/>
                  <a:gd name="connsiteY4" fmla="*/ 78232 h 116370"/>
                  <a:gd name="connsiteX5" fmla="*/ 48756 w 93659"/>
                  <a:gd name="connsiteY5" fmla="*/ 92901 h 116370"/>
                  <a:gd name="connsiteX6" fmla="*/ 62407 w 93659"/>
                  <a:gd name="connsiteY6" fmla="*/ 84099 h 116370"/>
                  <a:gd name="connsiteX7" fmla="*/ 41930 w 93659"/>
                  <a:gd name="connsiteY7" fmla="*/ 70409 h 116370"/>
                  <a:gd name="connsiteX8" fmla="*/ 4876 w 93659"/>
                  <a:gd name="connsiteY8" fmla="*/ 34227 h 116370"/>
                  <a:gd name="connsiteX9" fmla="*/ 47781 w 93659"/>
                  <a:gd name="connsiteY9" fmla="*/ 0 h 116370"/>
                  <a:gd name="connsiteX10" fmla="*/ 89711 w 93659"/>
                  <a:gd name="connsiteY10" fmla="*/ 17602 h 116370"/>
                  <a:gd name="connsiteX11" fmla="*/ 90686 w 93659"/>
                  <a:gd name="connsiteY11" fmla="*/ 18580 h 116370"/>
                  <a:gd name="connsiteX12" fmla="*/ 73134 w 93659"/>
                  <a:gd name="connsiteY12" fmla="*/ 37160 h 116370"/>
                  <a:gd name="connsiteX13" fmla="*/ 72158 w 93659"/>
                  <a:gd name="connsiteY13" fmla="*/ 36182 h 116370"/>
                  <a:gd name="connsiteX14" fmla="*/ 47781 w 93659"/>
                  <a:gd name="connsiteY14" fmla="*/ 24448 h 116370"/>
                  <a:gd name="connsiteX15" fmla="*/ 37054 w 93659"/>
                  <a:gd name="connsiteY15" fmla="*/ 32271 h 116370"/>
                  <a:gd name="connsiteX16" fmla="*/ 56557 w 93659"/>
                  <a:gd name="connsiteY16" fmla="*/ 45961 h 116370"/>
                  <a:gd name="connsiteX17" fmla="*/ 93611 w 93659"/>
                  <a:gd name="connsiteY17" fmla="*/ 82144 h 116370"/>
                  <a:gd name="connsiteX18" fmla="*/ 48756 w 93659"/>
                  <a:gd name="connsiteY18" fmla="*/ 116370 h 116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3659" h="116370">
                    <a:moveTo>
                      <a:pt x="48756" y="116370"/>
                    </a:moveTo>
                    <a:cubicBezTo>
                      <a:pt x="27303" y="116370"/>
                      <a:pt x="12677" y="110503"/>
                      <a:pt x="975" y="96812"/>
                    </a:cubicBezTo>
                    <a:lnTo>
                      <a:pt x="0" y="95834"/>
                    </a:lnTo>
                    <a:lnTo>
                      <a:pt x="17552" y="77254"/>
                    </a:lnTo>
                    <a:lnTo>
                      <a:pt x="18527" y="78232"/>
                    </a:lnTo>
                    <a:cubicBezTo>
                      <a:pt x="27303" y="87033"/>
                      <a:pt x="39005" y="92901"/>
                      <a:pt x="48756" y="92901"/>
                    </a:cubicBezTo>
                    <a:cubicBezTo>
                      <a:pt x="54606" y="92901"/>
                      <a:pt x="62407" y="90945"/>
                      <a:pt x="62407" y="84099"/>
                    </a:cubicBezTo>
                    <a:cubicBezTo>
                      <a:pt x="62407" y="76276"/>
                      <a:pt x="53631" y="73343"/>
                      <a:pt x="41930" y="70409"/>
                    </a:cubicBezTo>
                    <a:cubicBezTo>
                      <a:pt x="25353" y="65519"/>
                      <a:pt x="4876" y="59652"/>
                      <a:pt x="4876" y="34227"/>
                    </a:cubicBezTo>
                    <a:cubicBezTo>
                      <a:pt x="4876" y="10757"/>
                      <a:pt x="26328" y="0"/>
                      <a:pt x="47781" y="0"/>
                    </a:cubicBezTo>
                    <a:cubicBezTo>
                      <a:pt x="63382" y="0"/>
                      <a:pt x="79959" y="6845"/>
                      <a:pt x="89711" y="17602"/>
                    </a:cubicBezTo>
                    <a:lnTo>
                      <a:pt x="90686" y="18580"/>
                    </a:lnTo>
                    <a:lnTo>
                      <a:pt x="73134" y="37160"/>
                    </a:lnTo>
                    <a:lnTo>
                      <a:pt x="72158" y="36182"/>
                    </a:lnTo>
                    <a:cubicBezTo>
                      <a:pt x="63382" y="27381"/>
                      <a:pt x="55582" y="24448"/>
                      <a:pt x="47781" y="24448"/>
                    </a:cubicBezTo>
                    <a:cubicBezTo>
                      <a:pt x="43880" y="24448"/>
                      <a:pt x="37054" y="25425"/>
                      <a:pt x="37054" y="32271"/>
                    </a:cubicBezTo>
                    <a:cubicBezTo>
                      <a:pt x="37054" y="40094"/>
                      <a:pt x="45830" y="42050"/>
                      <a:pt x="56557" y="45961"/>
                    </a:cubicBezTo>
                    <a:cubicBezTo>
                      <a:pt x="73134" y="50851"/>
                      <a:pt x="93611" y="56718"/>
                      <a:pt x="93611" y="82144"/>
                    </a:cubicBezTo>
                    <a:cubicBezTo>
                      <a:pt x="94586" y="98768"/>
                      <a:pt x="80935" y="116370"/>
                      <a:pt x="48756" y="1163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31089D89-13CB-4F9D-086F-89FE75BD024F}"/>
                  </a:ext>
                </a:extLst>
              </p:cNvPr>
              <p:cNvSpPr/>
              <p:nvPr/>
            </p:nvSpPr>
            <p:spPr>
              <a:xfrm>
                <a:off x="1291268" y="4574127"/>
                <a:ext cx="152117" cy="118325"/>
              </a:xfrm>
              <a:custGeom>
                <a:avLst/>
                <a:gdLst>
                  <a:gd name="connsiteX0" fmla="*/ 152118 w 152117"/>
                  <a:gd name="connsiteY0" fmla="*/ 116370 h 118325"/>
                  <a:gd name="connsiteX1" fmla="*/ 118964 w 152117"/>
                  <a:gd name="connsiteY1" fmla="*/ 116370 h 118325"/>
                  <a:gd name="connsiteX2" fmla="*/ 118964 w 152117"/>
                  <a:gd name="connsiteY2" fmla="*/ 41072 h 118325"/>
                  <a:gd name="connsiteX3" fmla="*/ 110188 w 152117"/>
                  <a:gd name="connsiteY3" fmla="*/ 29337 h 118325"/>
                  <a:gd name="connsiteX4" fmla="*/ 93611 w 152117"/>
                  <a:gd name="connsiteY4" fmla="*/ 39116 h 118325"/>
                  <a:gd name="connsiteX5" fmla="*/ 93611 w 152117"/>
                  <a:gd name="connsiteY5" fmla="*/ 117348 h 118325"/>
                  <a:gd name="connsiteX6" fmla="*/ 59482 w 152117"/>
                  <a:gd name="connsiteY6" fmla="*/ 117348 h 118325"/>
                  <a:gd name="connsiteX7" fmla="*/ 59482 w 152117"/>
                  <a:gd name="connsiteY7" fmla="*/ 42050 h 118325"/>
                  <a:gd name="connsiteX8" fmla="*/ 51681 w 152117"/>
                  <a:gd name="connsiteY8" fmla="*/ 30315 h 118325"/>
                  <a:gd name="connsiteX9" fmla="*/ 34129 w 152117"/>
                  <a:gd name="connsiteY9" fmla="*/ 40094 h 118325"/>
                  <a:gd name="connsiteX10" fmla="*/ 34129 w 152117"/>
                  <a:gd name="connsiteY10" fmla="*/ 118326 h 118325"/>
                  <a:gd name="connsiteX11" fmla="*/ 0 w 152117"/>
                  <a:gd name="connsiteY11" fmla="*/ 118326 h 118325"/>
                  <a:gd name="connsiteX12" fmla="*/ 0 w 152117"/>
                  <a:gd name="connsiteY12" fmla="*/ 2934 h 118325"/>
                  <a:gd name="connsiteX13" fmla="*/ 34129 w 152117"/>
                  <a:gd name="connsiteY13" fmla="*/ 2934 h 118325"/>
                  <a:gd name="connsiteX14" fmla="*/ 34129 w 152117"/>
                  <a:gd name="connsiteY14" fmla="*/ 14669 h 118325"/>
                  <a:gd name="connsiteX15" fmla="*/ 65333 w 152117"/>
                  <a:gd name="connsiteY15" fmla="*/ 0 h 118325"/>
                  <a:gd name="connsiteX16" fmla="*/ 91661 w 152117"/>
                  <a:gd name="connsiteY16" fmla="*/ 15646 h 118325"/>
                  <a:gd name="connsiteX17" fmla="*/ 123840 w 152117"/>
                  <a:gd name="connsiteY17" fmla="*/ 0 h 118325"/>
                  <a:gd name="connsiteX18" fmla="*/ 152118 w 152117"/>
                  <a:gd name="connsiteY18" fmla="*/ 31293 h 118325"/>
                  <a:gd name="connsiteX19" fmla="*/ 152118 w 152117"/>
                  <a:gd name="connsiteY19" fmla="*/ 116370 h 118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52117" h="118325">
                    <a:moveTo>
                      <a:pt x="152118" y="116370"/>
                    </a:moveTo>
                    <a:lnTo>
                      <a:pt x="118964" y="116370"/>
                    </a:lnTo>
                    <a:lnTo>
                      <a:pt x="118964" y="41072"/>
                    </a:lnTo>
                    <a:cubicBezTo>
                      <a:pt x="118964" y="32271"/>
                      <a:pt x="117014" y="29337"/>
                      <a:pt x="110188" y="29337"/>
                    </a:cubicBezTo>
                    <a:cubicBezTo>
                      <a:pt x="104337" y="29337"/>
                      <a:pt x="97511" y="34227"/>
                      <a:pt x="93611" y="39116"/>
                    </a:cubicBezTo>
                    <a:lnTo>
                      <a:pt x="93611" y="117348"/>
                    </a:lnTo>
                    <a:lnTo>
                      <a:pt x="59482" y="117348"/>
                    </a:lnTo>
                    <a:lnTo>
                      <a:pt x="59482" y="42050"/>
                    </a:lnTo>
                    <a:cubicBezTo>
                      <a:pt x="59482" y="33249"/>
                      <a:pt x="57532" y="30315"/>
                      <a:pt x="51681" y="30315"/>
                    </a:cubicBezTo>
                    <a:cubicBezTo>
                      <a:pt x="45830" y="30315"/>
                      <a:pt x="39005" y="35204"/>
                      <a:pt x="34129" y="40094"/>
                    </a:cubicBezTo>
                    <a:lnTo>
                      <a:pt x="34129" y="118326"/>
                    </a:lnTo>
                    <a:lnTo>
                      <a:pt x="0" y="118326"/>
                    </a:lnTo>
                    <a:lnTo>
                      <a:pt x="0" y="2934"/>
                    </a:lnTo>
                    <a:lnTo>
                      <a:pt x="34129" y="2934"/>
                    </a:lnTo>
                    <a:lnTo>
                      <a:pt x="34129" y="14669"/>
                    </a:lnTo>
                    <a:cubicBezTo>
                      <a:pt x="40955" y="6845"/>
                      <a:pt x="51681" y="0"/>
                      <a:pt x="65333" y="0"/>
                    </a:cubicBezTo>
                    <a:cubicBezTo>
                      <a:pt x="79959" y="0"/>
                      <a:pt x="87760" y="3912"/>
                      <a:pt x="91661" y="15646"/>
                    </a:cubicBezTo>
                    <a:cubicBezTo>
                      <a:pt x="98487" y="6845"/>
                      <a:pt x="110188" y="0"/>
                      <a:pt x="123840" y="0"/>
                    </a:cubicBezTo>
                    <a:cubicBezTo>
                      <a:pt x="142367" y="0"/>
                      <a:pt x="152118" y="9779"/>
                      <a:pt x="152118" y="31293"/>
                    </a:cubicBezTo>
                    <a:lnTo>
                      <a:pt x="152118" y="116370"/>
                    </a:ln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53A39D5B-FD7A-5D2D-277B-C34A62649B54}"/>
                  </a:ext>
                </a:extLst>
              </p:cNvPr>
              <p:cNvSpPr/>
              <p:nvPr/>
            </p:nvSpPr>
            <p:spPr>
              <a:xfrm>
                <a:off x="1458012" y="4574127"/>
                <a:ext cx="96536" cy="117348"/>
              </a:xfrm>
              <a:custGeom>
                <a:avLst/>
                <a:gdLst>
                  <a:gd name="connsiteX0" fmla="*/ 28278 w 96536"/>
                  <a:gd name="connsiteY0" fmla="*/ 117348 h 117348"/>
                  <a:gd name="connsiteX1" fmla="*/ 0 w 96536"/>
                  <a:gd name="connsiteY1" fmla="*/ 88011 h 117348"/>
                  <a:gd name="connsiteX2" fmla="*/ 60457 w 96536"/>
                  <a:gd name="connsiteY2" fmla="*/ 42050 h 117348"/>
                  <a:gd name="connsiteX3" fmla="*/ 60457 w 96536"/>
                  <a:gd name="connsiteY3" fmla="*/ 38138 h 117348"/>
                  <a:gd name="connsiteX4" fmla="*/ 50706 w 96536"/>
                  <a:gd name="connsiteY4" fmla="*/ 26403 h 117348"/>
                  <a:gd name="connsiteX5" fmla="*/ 20477 w 96536"/>
                  <a:gd name="connsiteY5" fmla="*/ 38138 h 117348"/>
                  <a:gd name="connsiteX6" fmla="*/ 4876 w 96536"/>
                  <a:gd name="connsiteY6" fmla="*/ 17602 h 117348"/>
                  <a:gd name="connsiteX7" fmla="*/ 56557 w 96536"/>
                  <a:gd name="connsiteY7" fmla="*/ 0 h 117348"/>
                  <a:gd name="connsiteX8" fmla="*/ 93611 w 96536"/>
                  <a:gd name="connsiteY8" fmla="*/ 37160 h 117348"/>
                  <a:gd name="connsiteX9" fmla="*/ 93611 w 96536"/>
                  <a:gd name="connsiteY9" fmla="*/ 87033 h 117348"/>
                  <a:gd name="connsiteX10" fmla="*/ 96536 w 96536"/>
                  <a:gd name="connsiteY10" fmla="*/ 114414 h 117348"/>
                  <a:gd name="connsiteX11" fmla="*/ 96536 w 96536"/>
                  <a:gd name="connsiteY11" fmla="*/ 115392 h 117348"/>
                  <a:gd name="connsiteX12" fmla="*/ 63382 w 96536"/>
                  <a:gd name="connsiteY12" fmla="*/ 115392 h 117348"/>
                  <a:gd name="connsiteX13" fmla="*/ 61432 w 96536"/>
                  <a:gd name="connsiteY13" fmla="*/ 103657 h 117348"/>
                  <a:gd name="connsiteX14" fmla="*/ 28278 w 96536"/>
                  <a:gd name="connsiteY14" fmla="*/ 117348 h 117348"/>
                  <a:gd name="connsiteX15" fmla="*/ 60457 w 96536"/>
                  <a:gd name="connsiteY15" fmla="*/ 60630 h 117348"/>
                  <a:gd name="connsiteX16" fmla="*/ 32179 w 96536"/>
                  <a:gd name="connsiteY16" fmla="*/ 82144 h 117348"/>
                  <a:gd name="connsiteX17" fmla="*/ 41930 w 96536"/>
                  <a:gd name="connsiteY17" fmla="*/ 91923 h 117348"/>
                  <a:gd name="connsiteX18" fmla="*/ 60457 w 96536"/>
                  <a:gd name="connsiteY18" fmla="*/ 84099 h 117348"/>
                  <a:gd name="connsiteX19" fmla="*/ 60457 w 96536"/>
                  <a:gd name="connsiteY19" fmla="*/ 60630 h 117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6536" h="117348">
                    <a:moveTo>
                      <a:pt x="28278" y="117348"/>
                    </a:moveTo>
                    <a:cubicBezTo>
                      <a:pt x="9751" y="117348"/>
                      <a:pt x="0" y="107569"/>
                      <a:pt x="0" y="88011"/>
                    </a:cubicBezTo>
                    <a:cubicBezTo>
                      <a:pt x="0" y="64541"/>
                      <a:pt x="19502" y="49873"/>
                      <a:pt x="60457" y="42050"/>
                    </a:cubicBezTo>
                    <a:lnTo>
                      <a:pt x="60457" y="38138"/>
                    </a:lnTo>
                    <a:cubicBezTo>
                      <a:pt x="60457" y="29337"/>
                      <a:pt x="57532" y="26403"/>
                      <a:pt x="50706" y="26403"/>
                    </a:cubicBezTo>
                    <a:cubicBezTo>
                      <a:pt x="38029" y="26403"/>
                      <a:pt x="26328" y="34227"/>
                      <a:pt x="20477" y="38138"/>
                    </a:cubicBezTo>
                    <a:lnTo>
                      <a:pt x="4876" y="17602"/>
                    </a:lnTo>
                    <a:cubicBezTo>
                      <a:pt x="18527" y="5867"/>
                      <a:pt x="37054" y="0"/>
                      <a:pt x="56557" y="0"/>
                    </a:cubicBezTo>
                    <a:cubicBezTo>
                      <a:pt x="81910" y="0"/>
                      <a:pt x="93611" y="10757"/>
                      <a:pt x="93611" y="37160"/>
                    </a:cubicBezTo>
                    <a:lnTo>
                      <a:pt x="93611" y="87033"/>
                    </a:lnTo>
                    <a:cubicBezTo>
                      <a:pt x="93611" y="101702"/>
                      <a:pt x="94586" y="108547"/>
                      <a:pt x="96536" y="114414"/>
                    </a:cubicBezTo>
                    <a:lnTo>
                      <a:pt x="96536" y="115392"/>
                    </a:lnTo>
                    <a:cubicBezTo>
                      <a:pt x="96536" y="115392"/>
                      <a:pt x="63382" y="115392"/>
                      <a:pt x="63382" y="115392"/>
                    </a:cubicBezTo>
                    <a:cubicBezTo>
                      <a:pt x="62407" y="112459"/>
                      <a:pt x="61432" y="108547"/>
                      <a:pt x="61432" y="103657"/>
                    </a:cubicBezTo>
                    <a:cubicBezTo>
                      <a:pt x="51681" y="113436"/>
                      <a:pt x="40955" y="117348"/>
                      <a:pt x="28278" y="117348"/>
                    </a:cubicBezTo>
                    <a:close/>
                    <a:moveTo>
                      <a:pt x="60457" y="60630"/>
                    </a:moveTo>
                    <a:cubicBezTo>
                      <a:pt x="40955" y="64541"/>
                      <a:pt x="32179" y="71387"/>
                      <a:pt x="32179" y="82144"/>
                    </a:cubicBezTo>
                    <a:cubicBezTo>
                      <a:pt x="32179" y="88989"/>
                      <a:pt x="35104" y="91923"/>
                      <a:pt x="41930" y="91923"/>
                    </a:cubicBezTo>
                    <a:cubicBezTo>
                      <a:pt x="48756" y="91923"/>
                      <a:pt x="54606" y="88989"/>
                      <a:pt x="60457" y="84099"/>
                    </a:cubicBezTo>
                    <a:lnTo>
                      <a:pt x="60457" y="60630"/>
                    </a:ln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2236F5B6-6844-98E0-ADA0-FF60BE571EDF}"/>
                  </a:ext>
                </a:extLst>
              </p:cNvPr>
              <p:cNvSpPr/>
              <p:nvPr/>
            </p:nvSpPr>
            <p:spPr>
              <a:xfrm>
                <a:off x="971430" y="4575105"/>
                <a:ext cx="99461" cy="117347"/>
              </a:xfrm>
              <a:custGeom>
                <a:avLst/>
                <a:gdLst>
                  <a:gd name="connsiteX0" fmla="*/ 49731 w 99461"/>
                  <a:gd name="connsiteY0" fmla="*/ 0 h 117347"/>
                  <a:gd name="connsiteX1" fmla="*/ 0 w 99461"/>
                  <a:gd name="connsiteY1" fmla="*/ 58674 h 117347"/>
                  <a:gd name="connsiteX2" fmla="*/ 49731 w 99461"/>
                  <a:gd name="connsiteY2" fmla="*/ 117348 h 117347"/>
                  <a:gd name="connsiteX3" fmla="*/ 99462 w 99461"/>
                  <a:gd name="connsiteY3" fmla="*/ 58674 h 117347"/>
                  <a:gd name="connsiteX4" fmla="*/ 49731 w 99461"/>
                  <a:gd name="connsiteY4" fmla="*/ 0 h 117347"/>
                  <a:gd name="connsiteX5" fmla="*/ 49731 w 99461"/>
                  <a:gd name="connsiteY5" fmla="*/ 89967 h 117347"/>
                  <a:gd name="connsiteX6" fmla="*/ 34129 w 99461"/>
                  <a:gd name="connsiteY6" fmla="*/ 58674 h 117347"/>
                  <a:gd name="connsiteX7" fmla="*/ 49731 w 99461"/>
                  <a:gd name="connsiteY7" fmla="*/ 28359 h 117347"/>
                  <a:gd name="connsiteX8" fmla="*/ 65333 w 99461"/>
                  <a:gd name="connsiteY8" fmla="*/ 58674 h 117347"/>
                  <a:gd name="connsiteX9" fmla="*/ 49731 w 99461"/>
                  <a:gd name="connsiteY9" fmla="*/ 89967 h 117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9461" h="117347">
                    <a:moveTo>
                      <a:pt x="49731" y="0"/>
                    </a:moveTo>
                    <a:cubicBezTo>
                      <a:pt x="12677" y="0"/>
                      <a:pt x="0" y="30315"/>
                      <a:pt x="0" y="58674"/>
                    </a:cubicBezTo>
                    <a:cubicBezTo>
                      <a:pt x="0" y="101702"/>
                      <a:pt x="25353" y="117348"/>
                      <a:pt x="49731" y="117348"/>
                    </a:cubicBezTo>
                    <a:cubicBezTo>
                      <a:pt x="74109" y="117348"/>
                      <a:pt x="99462" y="101702"/>
                      <a:pt x="99462" y="58674"/>
                    </a:cubicBezTo>
                    <a:cubicBezTo>
                      <a:pt x="99462" y="14668"/>
                      <a:pt x="74109" y="0"/>
                      <a:pt x="49731" y="0"/>
                    </a:cubicBezTo>
                    <a:close/>
                    <a:moveTo>
                      <a:pt x="49731" y="89967"/>
                    </a:moveTo>
                    <a:cubicBezTo>
                      <a:pt x="42905" y="89967"/>
                      <a:pt x="34129" y="87033"/>
                      <a:pt x="34129" y="58674"/>
                    </a:cubicBezTo>
                    <a:cubicBezTo>
                      <a:pt x="34129" y="31293"/>
                      <a:pt x="42905" y="28359"/>
                      <a:pt x="49731" y="28359"/>
                    </a:cubicBezTo>
                    <a:cubicBezTo>
                      <a:pt x="56557" y="28359"/>
                      <a:pt x="65333" y="31293"/>
                      <a:pt x="65333" y="58674"/>
                    </a:cubicBezTo>
                    <a:cubicBezTo>
                      <a:pt x="65333" y="86055"/>
                      <a:pt x="57532" y="89967"/>
                      <a:pt x="49731" y="8996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4639FCC7-1FD0-EAC0-4564-D62A2BBB15B7}"/>
                  </a:ext>
                </a:extLst>
              </p:cNvPr>
              <p:cNvSpPr/>
              <p:nvPr/>
            </p:nvSpPr>
            <p:spPr>
              <a:xfrm>
                <a:off x="1571126" y="4575105"/>
                <a:ext cx="92635" cy="114414"/>
              </a:xfrm>
              <a:custGeom>
                <a:avLst/>
                <a:gdLst>
                  <a:gd name="connsiteX0" fmla="*/ 64357 w 92635"/>
                  <a:gd name="connsiteY0" fmla="*/ 0 h 114414"/>
                  <a:gd name="connsiteX1" fmla="*/ 34129 w 92635"/>
                  <a:gd name="connsiteY1" fmla="*/ 13691 h 114414"/>
                  <a:gd name="connsiteX2" fmla="*/ 34129 w 92635"/>
                  <a:gd name="connsiteY2" fmla="*/ 1956 h 114414"/>
                  <a:gd name="connsiteX3" fmla="*/ 0 w 92635"/>
                  <a:gd name="connsiteY3" fmla="*/ 1956 h 114414"/>
                  <a:gd name="connsiteX4" fmla="*/ 0 w 92635"/>
                  <a:gd name="connsiteY4" fmla="*/ 114414 h 114414"/>
                  <a:gd name="connsiteX5" fmla="*/ 34129 w 92635"/>
                  <a:gd name="connsiteY5" fmla="*/ 114414 h 114414"/>
                  <a:gd name="connsiteX6" fmla="*/ 34129 w 92635"/>
                  <a:gd name="connsiteY6" fmla="*/ 37160 h 114414"/>
                  <a:gd name="connsiteX7" fmla="*/ 50706 w 92635"/>
                  <a:gd name="connsiteY7" fmla="*/ 28359 h 114414"/>
                  <a:gd name="connsiteX8" fmla="*/ 58507 w 92635"/>
                  <a:gd name="connsiteY8" fmla="*/ 39116 h 114414"/>
                  <a:gd name="connsiteX9" fmla="*/ 58507 w 92635"/>
                  <a:gd name="connsiteY9" fmla="*/ 114414 h 114414"/>
                  <a:gd name="connsiteX10" fmla="*/ 92636 w 92635"/>
                  <a:gd name="connsiteY10" fmla="*/ 114414 h 114414"/>
                  <a:gd name="connsiteX11" fmla="*/ 92636 w 92635"/>
                  <a:gd name="connsiteY11" fmla="*/ 30315 h 114414"/>
                  <a:gd name="connsiteX12" fmla="*/ 64357 w 92635"/>
                  <a:gd name="connsiteY12" fmla="*/ 0 h 114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2635" h="114414">
                    <a:moveTo>
                      <a:pt x="64357" y="0"/>
                    </a:moveTo>
                    <a:cubicBezTo>
                      <a:pt x="51681" y="0"/>
                      <a:pt x="40955" y="6845"/>
                      <a:pt x="34129" y="13691"/>
                    </a:cubicBezTo>
                    <a:lnTo>
                      <a:pt x="34129" y="1956"/>
                    </a:lnTo>
                    <a:lnTo>
                      <a:pt x="0" y="1956"/>
                    </a:lnTo>
                    <a:lnTo>
                      <a:pt x="0" y="114414"/>
                    </a:lnTo>
                    <a:lnTo>
                      <a:pt x="34129" y="114414"/>
                    </a:lnTo>
                    <a:lnTo>
                      <a:pt x="34129" y="37160"/>
                    </a:lnTo>
                    <a:cubicBezTo>
                      <a:pt x="40955" y="31293"/>
                      <a:pt x="45830" y="28359"/>
                      <a:pt x="50706" y="28359"/>
                    </a:cubicBezTo>
                    <a:cubicBezTo>
                      <a:pt x="54606" y="28359"/>
                      <a:pt x="58507" y="29337"/>
                      <a:pt x="58507" y="39116"/>
                    </a:cubicBezTo>
                    <a:lnTo>
                      <a:pt x="58507" y="114414"/>
                    </a:lnTo>
                    <a:lnTo>
                      <a:pt x="92636" y="114414"/>
                    </a:lnTo>
                    <a:lnTo>
                      <a:pt x="92636" y="30315"/>
                    </a:lnTo>
                    <a:cubicBezTo>
                      <a:pt x="92636" y="9779"/>
                      <a:pt x="82885" y="0"/>
                      <a:pt x="643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02B35DD-F36E-75D7-8F49-413155AD700C}"/>
                </a:ext>
              </a:extLst>
            </p:cNvPr>
            <p:cNvSpPr/>
            <p:nvPr/>
          </p:nvSpPr>
          <p:spPr>
            <a:xfrm>
              <a:off x="650618" y="4732547"/>
              <a:ext cx="112138" cy="159397"/>
            </a:xfrm>
            <a:custGeom>
              <a:avLst/>
              <a:gdLst>
                <a:gd name="connsiteX0" fmla="*/ 67283 w 112138"/>
                <a:gd name="connsiteY0" fmla="*/ 64541 h 159397"/>
                <a:gd name="connsiteX1" fmla="*/ 64358 w 112138"/>
                <a:gd name="connsiteY1" fmla="*/ 63564 h 159397"/>
                <a:gd name="connsiteX2" fmla="*/ 40955 w 112138"/>
                <a:gd name="connsiteY2" fmla="*/ 42050 h 159397"/>
                <a:gd name="connsiteX3" fmla="*/ 55582 w 112138"/>
                <a:gd name="connsiteY3" fmla="*/ 29337 h 159397"/>
                <a:gd name="connsiteX4" fmla="*/ 80934 w 112138"/>
                <a:gd name="connsiteY4" fmla="*/ 49873 h 159397"/>
                <a:gd name="connsiteX5" fmla="*/ 81910 w 112138"/>
                <a:gd name="connsiteY5" fmla="*/ 51829 h 159397"/>
                <a:gd name="connsiteX6" fmla="*/ 109213 w 112138"/>
                <a:gd name="connsiteY6" fmla="*/ 37160 h 159397"/>
                <a:gd name="connsiteX7" fmla="*/ 108238 w 112138"/>
                <a:gd name="connsiteY7" fmla="*/ 35204 h 159397"/>
                <a:gd name="connsiteX8" fmla="*/ 55582 w 112138"/>
                <a:gd name="connsiteY8" fmla="*/ 0 h 159397"/>
                <a:gd name="connsiteX9" fmla="*/ 5851 w 112138"/>
                <a:gd name="connsiteY9" fmla="*/ 44006 h 159397"/>
                <a:gd name="connsiteX10" fmla="*/ 49731 w 112138"/>
                <a:gd name="connsiteY10" fmla="*/ 93878 h 159397"/>
                <a:gd name="connsiteX11" fmla="*/ 50706 w 112138"/>
                <a:gd name="connsiteY11" fmla="*/ 94856 h 159397"/>
                <a:gd name="connsiteX12" fmla="*/ 76059 w 112138"/>
                <a:gd name="connsiteY12" fmla="*/ 117348 h 159397"/>
                <a:gd name="connsiteX13" fmla="*/ 58507 w 112138"/>
                <a:gd name="connsiteY13" fmla="*/ 132017 h 159397"/>
                <a:gd name="connsiteX14" fmla="*/ 29253 w 112138"/>
                <a:gd name="connsiteY14" fmla="*/ 109525 h 159397"/>
                <a:gd name="connsiteX15" fmla="*/ 28278 w 112138"/>
                <a:gd name="connsiteY15" fmla="*/ 107569 h 159397"/>
                <a:gd name="connsiteX16" fmla="*/ 0 w 112138"/>
                <a:gd name="connsiteY16" fmla="*/ 120282 h 159397"/>
                <a:gd name="connsiteX17" fmla="*/ 975 w 112138"/>
                <a:gd name="connsiteY17" fmla="*/ 122238 h 159397"/>
                <a:gd name="connsiteX18" fmla="*/ 59482 w 112138"/>
                <a:gd name="connsiteY18" fmla="*/ 159398 h 159397"/>
                <a:gd name="connsiteX19" fmla="*/ 112138 w 112138"/>
                <a:gd name="connsiteY19" fmla="*/ 114414 h 159397"/>
                <a:gd name="connsiteX20" fmla="*/ 67283 w 112138"/>
                <a:gd name="connsiteY20" fmla="*/ 64541 h 15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2138" h="159397">
                  <a:moveTo>
                    <a:pt x="67283" y="64541"/>
                  </a:moveTo>
                  <a:lnTo>
                    <a:pt x="64358" y="63564"/>
                  </a:lnTo>
                  <a:cubicBezTo>
                    <a:pt x="50706" y="57696"/>
                    <a:pt x="40955" y="51829"/>
                    <a:pt x="40955" y="42050"/>
                  </a:cubicBezTo>
                  <a:cubicBezTo>
                    <a:pt x="40955" y="34227"/>
                    <a:pt x="46805" y="29337"/>
                    <a:pt x="55582" y="29337"/>
                  </a:cubicBezTo>
                  <a:cubicBezTo>
                    <a:pt x="66308" y="29337"/>
                    <a:pt x="74109" y="36182"/>
                    <a:pt x="80934" y="49873"/>
                  </a:cubicBezTo>
                  <a:lnTo>
                    <a:pt x="81910" y="51829"/>
                  </a:lnTo>
                  <a:lnTo>
                    <a:pt x="109213" y="37160"/>
                  </a:lnTo>
                  <a:lnTo>
                    <a:pt x="108238" y="35204"/>
                  </a:lnTo>
                  <a:cubicBezTo>
                    <a:pt x="97511" y="11735"/>
                    <a:pt x="79959" y="0"/>
                    <a:pt x="55582" y="0"/>
                  </a:cubicBezTo>
                  <a:cubicBezTo>
                    <a:pt x="26328" y="0"/>
                    <a:pt x="5851" y="18580"/>
                    <a:pt x="5851" y="44006"/>
                  </a:cubicBezTo>
                  <a:cubicBezTo>
                    <a:pt x="5851" y="75298"/>
                    <a:pt x="30229" y="85077"/>
                    <a:pt x="49731" y="93878"/>
                  </a:cubicBezTo>
                  <a:lnTo>
                    <a:pt x="50706" y="94856"/>
                  </a:lnTo>
                  <a:cubicBezTo>
                    <a:pt x="66308" y="101702"/>
                    <a:pt x="76059" y="106591"/>
                    <a:pt x="76059" y="117348"/>
                  </a:cubicBezTo>
                  <a:cubicBezTo>
                    <a:pt x="76059" y="127127"/>
                    <a:pt x="69233" y="132017"/>
                    <a:pt x="58507" y="132017"/>
                  </a:cubicBezTo>
                  <a:cubicBezTo>
                    <a:pt x="42905" y="132017"/>
                    <a:pt x="34129" y="119304"/>
                    <a:pt x="29253" y="109525"/>
                  </a:cubicBezTo>
                  <a:lnTo>
                    <a:pt x="28278" y="107569"/>
                  </a:lnTo>
                  <a:lnTo>
                    <a:pt x="0" y="120282"/>
                  </a:lnTo>
                  <a:lnTo>
                    <a:pt x="975" y="122238"/>
                  </a:lnTo>
                  <a:cubicBezTo>
                    <a:pt x="12676" y="147663"/>
                    <a:pt x="32179" y="159398"/>
                    <a:pt x="59482" y="159398"/>
                  </a:cubicBezTo>
                  <a:cubicBezTo>
                    <a:pt x="84835" y="159398"/>
                    <a:pt x="112138" y="145707"/>
                    <a:pt x="112138" y="114414"/>
                  </a:cubicBezTo>
                  <a:cubicBezTo>
                    <a:pt x="111163" y="83122"/>
                    <a:pt x="86785" y="72365"/>
                    <a:pt x="67283" y="64541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0EDAA94-0DB3-C01E-6EE2-043900E07164}"/>
                </a:ext>
              </a:extLst>
            </p:cNvPr>
            <p:cNvSpPr/>
            <p:nvPr/>
          </p:nvSpPr>
          <p:spPr>
            <a:xfrm>
              <a:off x="776407" y="4773619"/>
              <a:ext cx="94586" cy="117348"/>
            </a:xfrm>
            <a:custGeom>
              <a:avLst/>
              <a:gdLst>
                <a:gd name="connsiteX0" fmla="*/ 64358 w 94586"/>
                <a:gd name="connsiteY0" fmla="*/ 72365 h 117348"/>
                <a:gd name="connsiteX1" fmla="*/ 49731 w 94586"/>
                <a:gd name="connsiteY1" fmla="*/ 90945 h 117348"/>
                <a:gd name="connsiteX2" fmla="*/ 35104 w 94586"/>
                <a:gd name="connsiteY2" fmla="*/ 58674 h 117348"/>
                <a:gd name="connsiteX3" fmla="*/ 49731 w 94586"/>
                <a:gd name="connsiteY3" fmla="*/ 27381 h 117348"/>
                <a:gd name="connsiteX4" fmla="*/ 63382 w 94586"/>
                <a:gd name="connsiteY4" fmla="*/ 44006 h 117348"/>
                <a:gd name="connsiteX5" fmla="*/ 63382 w 94586"/>
                <a:gd name="connsiteY5" fmla="*/ 45961 h 117348"/>
                <a:gd name="connsiteX6" fmla="*/ 94586 w 94586"/>
                <a:gd name="connsiteY6" fmla="*/ 39116 h 117348"/>
                <a:gd name="connsiteX7" fmla="*/ 93611 w 94586"/>
                <a:gd name="connsiteY7" fmla="*/ 37160 h 117348"/>
                <a:gd name="connsiteX8" fmla="*/ 49731 w 94586"/>
                <a:gd name="connsiteY8" fmla="*/ 0 h 117348"/>
                <a:gd name="connsiteX9" fmla="*/ 0 w 94586"/>
                <a:gd name="connsiteY9" fmla="*/ 58674 h 117348"/>
                <a:gd name="connsiteX10" fmla="*/ 48756 w 94586"/>
                <a:gd name="connsiteY10" fmla="*/ 117348 h 117348"/>
                <a:gd name="connsiteX11" fmla="*/ 93611 w 94586"/>
                <a:gd name="connsiteY11" fmla="*/ 80188 h 117348"/>
                <a:gd name="connsiteX12" fmla="*/ 94586 w 94586"/>
                <a:gd name="connsiteY12" fmla="*/ 78232 h 117348"/>
                <a:gd name="connsiteX13" fmla="*/ 64358 w 94586"/>
                <a:gd name="connsiteY13" fmla="*/ 70409 h 117348"/>
                <a:gd name="connsiteX14" fmla="*/ 64358 w 94586"/>
                <a:gd name="connsiteY14" fmla="*/ 72365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4586" h="117348">
                  <a:moveTo>
                    <a:pt x="64358" y="72365"/>
                  </a:moveTo>
                  <a:cubicBezTo>
                    <a:pt x="61432" y="88989"/>
                    <a:pt x="54606" y="90945"/>
                    <a:pt x="49731" y="90945"/>
                  </a:cubicBezTo>
                  <a:cubicBezTo>
                    <a:pt x="43880" y="90945"/>
                    <a:pt x="35104" y="88011"/>
                    <a:pt x="35104" y="58674"/>
                  </a:cubicBezTo>
                  <a:cubicBezTo>
                    <a:pt x="35104" y="27381"/>
                    <a:pt x="45830" y="27381"/>
                    <a:pt x="49731" y="27381"/>
                  </a:cubicBezTo>
                  <a:cubicBezTo>
                    <a:pt x="55582" y="27381"/>
                    <a:pt x="59482" y="30315"/>
                    <a:pt x="63382" y="44006"/>
                  </a:cubicBezTo>
                  <a:lnTo>
                    <a:pt x="63382" y="45961"/>
                  </a:lnTo>
                  <a:lnTo>
                    <a:pt x="94586" y="39116"/>
                  </a:lnTo>
                  <a:lnTo>
                    <a:pt x="93611" y="37160"/>
                  </a:lnTo>
                  <a:cubicBezTo>
                    <a:pt x="89711" y="21514"/>
                    <a:pt x="80935" y="0"/>
                    <a:pt x="49731" y="0"/>
                  </a:cubicBezTo>
                  <a:cubicBezTo>
                    <a:pt x="25353" y="0"/>
                    <a:pt x="0" y="15646"/>
                    <a:pt x="0" y="58674"/>
                  </a:cubicBezTo>
                  <a:cubicBezTo>
                    <a:pt x="0" y="101702"/>
                    <a:pt x="25353" y="117348"/>
                    <a:pt x="48756" y="117348"/>
                  </a:cubicBezTo>
                  <a:cubicBezTo>
                    <a:pt x="72158" y="117348"/>
                    <a:pt x="87760" y="104635"/>
                    <a:pt x="93611" y="80188"/>
                  </a:cubicBezTo>
                  <a:lnTo>
                    <a:pt x="94586" y="78232"/>
                  </a:lnTo>
                  <a:lnTo>
                    <a:pt x="64358" y="70409"/>
                  </a:lnTo>
                  <a:lnTo>
                    <a:pt x="64358" y="72365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5512B0D-49E6-1612-2CD7-99E5DD89E544}"/>
                </a:ext>
              </a:extLst>
            </p:cNvPr>
            <p:cNvSpPr/>
            <p:nvPr/>
          </p:nvSpPr>
          <p:spPr>
            <a:xfrm>
              <a:off x="885620" y="4729613"/>
              <a:ext cx="92635" cy="160375"/>
            </a:xfrm>
            <a:custGeom>
              <a:avLst/>
              <a:gdLst>
                <a:gd name="connsiteX0" fmla="*/ 64358 w 92635"/>
                <a:gd name="connsiteY0" fmla="*/ 44006 h 160375"/>
                <a:gd name="connsiteX1" fmla="*/ 34129 w 92635"/>
                <a:gd name="connsiteY1" fmla="*/ 57696 h 160375"/>
                <a:gd name="connsiteX2" fmla="*/ 34129 w 92635"/>
                <a:gd name="connsiteY2" fmla="*/ 0 h 160375"/>
                <a:gd name="connsiteX3" fmla="*/ 0 w 92635"/>
                <a:gd name="connsiteY3" fmla="*/ 4890 h 160375"/>
                <a:gd name="connsiteX4" fmla="*/ 0 w 92635"/>
                <a:gd name="connsiteY4" fmla="*/ 160376 h 160375"/>
                <a:gd name="connsiteX5" fmla="*/ 34129 w 92635"/>
                <a:gd name="connsiteY5" fmla="*/ 160376 h 160375"/>
                <a:gd name="connsiteX6" fmla="*/ 34129 w 92635"/>
                <a:gd name="connsiteY6" fmla="*/ 83122 h 160375"/>
                <a:gd name="connsiteX7" fmla="*/ 50706 w 92635"/>
                <a:gd name="connsiteY7" fmla="*/ 74320 h 160375"/>
                <a:gd name="connsiteX8" fmla="*/ 58507 w 92635"/>
                <a:gd name="connsiteY8" fmla="*/ 85077 h 160375"/>
                <a:gd name="connsiteX9" fmla="*/ 58507 w 92635"/>
                <a:gd name="connsiteY9" fmla="*/ 160376 h 160375"/>
                <a:gd name="connsiteX10" fmla="*/ 92636 w 92635"/>
                <a:gd name="connsiteY10" fmla="*/ 160376 h 160375"/>
                <a:gd name="connsiteX11" fmla="*/ 92636 w 92635"/>
                <a:gd name="connsiteY11" fmla="*/ 74320 h 160375"/>
                <a:gd name="connsiteX12" fmla="*/ 64358 w 92635"/>
                <a:gd name="connsiteY12" fmla="*/ 44006 h 16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635" h="160375">
                  <a:moveTo>
                    <a:pt x="64358" y="44006"/>
                  </a:moveTo>
                  <a:cubicBezTo>
                    <a:pt x="51681" y="44006"/>
                    <a:pt x="40955" y="50851"/>
                    <a:pt x="34129" y="57696"/>
                  </a:cubicBezTo>
                  <a:lnTo>
                    <a:pt x="34129" y="0"/>
                  </a:lnTo>
                  <a:lnTo>
                    <a:pt x="0" y="4890"/>
                  </a:lnTo>
                  <a:lnTo>
                    <a:pt x="0" y="160376"/>
                  </a:lnTo>
                  <a:lnTo>
                    <a:pt x="34129" y="160376"/>
                  </a:lnTo>
                  <a:lnTo>
                    <a:pt x="34129" y="83122"/>
                  </a:lnTo>
                  <a:cubicBezTo>
                    <a:pt x="40955" y="77254"/>
                    <a:pt x="45830" y="74320"/>
                    <a:pt x="50706" y="74320"/>
                  </a:cubicBezTo>
                  <a:cubicBezTo>
                    <a:pt x="54606" y="74320"/>
                    <a:pt x="58507" y="75298"/>
                    <a:pt x="58507" y="85077"/>
                  </a:cubicBezTo>
                  <a:lnTo>
                    <a:pt x="58507" y="160376"/>
                  </a:lnTo>
                  <a:lnTo>
                    <a:pt x="92636" y="160376"/>
                  </a:lnTo>
                  <a:lnTo>
                    <a:pt x="92636" y="74320"/>
                  </a:lnTo>
                  <a:cubicBezTo>
                    <a:pt x="92636" y="54762"/>
                    <a:pt x="82885" y="44006"/>
                    <a:pt x="64358" y="44006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F34400E-0567-145C-5F37-2D05B2868164}"/>
                </a:ext>
              </a:extLst>
            </p:cNvPr>
            <p:cNvSpPr/>
            <p:nvPr/>
          </p:nvSpPr>
          <p:spPr>
            <a:xfrm>
              <a:off x="990933" y="4773619"/>
              <a:ext cx="99461" cy="117348"/>
            </a:xfrm>
            <a:custGeom>
              <a:avLst/>
              <a:gdLst>
                <a:gd name="connsiteX0" fmla="*/ 49731 w 99461"/>
                <a:gd name="connsiteY0" fmla="*/ 0 h 117348"/>
                <a:gd name="connsiteX1" fmla="*/ 0 w 99461"/>
                <a:gd name="connsiteY1" fmla="*/ 58674 h 117348"/>
                <a:gd name="connsiteX2" fmla="*/ 49731 w 99461"/>
                <a:gd name="connsiteY2" fmla="*/ 117348 h 117348"/>
                <a:gd name="connsiteX3" fmla="*/ 99462 w 99461"/>
                <a:gd name="connsiteY3" fmla="*/ 58674 h 117348"/>
                <a:gd name="connsiteX4" fmla="*/ 49731 w 99461"/>
                <a:gd name="connsiteY4" fmla="*/ 0 h 117348"/>
                <a:gd name="connsiteX5" fmla="*/ 49731 w 99461"/>
                <a:gd name="connsiteY5" fmla="*/ 89967 h 117348"/>
                <a:gd name="connsiteX6" fmla="*/ 34129 w 99461"/>
                <a:gd name="connsiteY6" fmla="*/ 58674 h 117348"/>
                <a:gd name="connsiteX7" fmla="*/ 49731 w 99461"/>
                <a:gd name="connsiteY7" fmla="*/ 28359 h 117348"/>
                <a:gd name="connsiteX8" fmla="*/ 65333 w 99461"/>
                <a:gd name="connsiteY8" fmla="*/ 58674 h 117348"/>
                <a:gd name="connsiteX9" fmla="*/ 49731 w 99461"/>
                <a:gd name="connsiteY9" fmla="*/ 89967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9461" h="117348">
                  <a:moveTo>
                    <a:pt x="49731" y="0"/>
                  </a:moveTo>
                  <a:cubicBezTo>
                    <a:pt x="12677" y="0"/>
                    <a:pt x="0" y="30315"/>
                    <a:pt x="0" y="58674"/>
                  </a:cubicBezTo>
                  <a:cubicBezTo>
                    <a:pt x="0" y="101702"/>
                    <a:pt x="25353" y="117348"/>
                    <a:pt x="49731" y="117348"/>
                  </a:cubicBezTo>
                  <a:cubicBezTo>
                    <a:pt x="74109" y="117348"/>
                    <a:pt x="99462" y="101702"/>
                    <a:pt x="99462" y="58674"/>
                  </a:cubicBezTo>
                  <a:cubicBezTo>
                    <a:pt x="99462" y="15646"/>
                    <a:pt x="74109" y="0"/>
                    <a:pt x="49731" y="0"/>
                  </a:cubicBezTo>
                  <a:close/>
                  <a:moveTo>
                    <a:pt x="49731" y="89967"/>
                  </a:moveTo>
                  <a:cubicBezTo>
                    <a:pt x="42905" y="89967"/>
                    <a:pt x="34129" y="87033"/>
                    <a:pt x="34129" y="58674"/>
                  </a:cubicBezTo>
                  <a:cubicBezTo>
                    <a:pt x="34129" y="31293"/>
                    <a:pt x="42905" y="28359"/>
                    <a:pt x="49731" y="28359"/>
                  </a:cubicBezTo>
                  <a:cubicBezTo>
                    <a:pt x="56557" y="28359"/>
                    <a:pt x="65333" y="31293"/>
                    <a:pt x="65333" y="58674"/>
                  </a:cubicBezTo>
                  <a:cubicBezTo>
                    <a:pt x="65333" y="87033"/>
                    <a:pt x="56557" y="89967"/>
                    <a:pt x="49731" y="89967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F78039D-939D-6B99-C3CE-0FA8D04CE097}"/>
                </a:ext>
              </a:extLst>
            </p:cNvPr>
            <p:cNvSpPr/>
            <p:nvPr/>
          </p:nvSpPr>
          <p:spPr>
            <a:xfrm>
              <a:off x="1102096" y="4773619"/>
              <a:ext cx="99461" cy="117348"/>
            </a:xfrm>
            <a:custGeom>
              <a:avLst/>
              <a:gdLst>
                <a:gd name="connsiteX0" fmla="*/ 49731 w 99461"/>
                <a:gd name="connsiteY0" fmla="*/ 0 h 117348"/>
                <a:gd name="connsiteX1" fmla="*/ 0 w 99461"/>
                <a:gd name="connsiteY1" fmla="*/ 58674 h 117348"/>
                <a:gd name="connsiteX2" fmla="*/ 49731 w 99461"/>
                <a:gd name="connsiteY2" fmla="*/ 117348 h 117348"/>
                <a:gd name="connsiteX3" fmla="*/ 99462 w 99461"/>
                <a:gd name="connsiteY3" fmla="*/ 58674 h 117348"/>
                <a:gd name="connsiteX4" fmla="*/ 49731 w 99461"/>
                <a:gd name="connsiteY4" fmla="*/ 0 h 117348"/>
                <a:gd name="connsiteX5" fmla="*/ 49731 w 99461"/>
                <a:gd name="connsiteY5" fmla="*/ 89967 h 117348"/>
                <a:gd name="connsiteX6" fmla="*/ 34129 w 99461"/>
                <a:gd name="connsiteY6" fmla="*/ 58674 h 117348"/>
                <a:gd name="connsiteX7" fmla="*/ 49731 w 99461"/>
                <a:gd name="connsiteY7" fmla="*/ 28359 h 117348"/>
                <a:gd name="connsiteX8" fmla="*/ 65333 w 99461"/>
                <a:gd name="connsiteY8" fmla="*/ 58674 h 117348"/>
                <a:gd name="connsiteX9" fmla="*/ 49731 w 99461"/>
                <a:gd name="connsiteY9" fmla="*/ 89967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9461" h="117348">
                  <a:moveTo>
                    <a:pt x="49731" y="0"/>
                  </a:moveTo>
                  <a:cubicBezTo>
                    <a:pt x="12677" y="0"/>
                    <a:pt x="0" y="30315"/>
                    <a:pt x="0" y="58674"/>
                  </a:cubicBezTo>
                  <a:cubicBezTo>
                    <a:pt x="0" y="101702"/>
                    <a:pt x="25353" y="117348"/>
                    <a:pt x="49731" y="117348"/>
                  </a:cubicBezTo>
                  <a:cubicBezTo>
                    <a:pt x="74109" y="117348"/>
                    <a:pt x="99462" y="101702"/>
                    <a:pt x="99462" y="58674"/>
                  </a:cubicBezTo>
                  <a:cubicBezTo>
                    <a:pt x="99462" y="15646"/>
                    <a:pt x="73134" y="0"/>
                    <a:pt x="49731" y="0"/>
                  </a:cubicBezTo>
                  <a:close/>
                  <a:moveTo>
                    <a:pt x="49731" y="89967"/>
                  </a:moveTo>
                  <a:cubicBezTo>
                    <a:pt x="42905" y="89967"/>
                    <a:pt x="34129" y="87033"/>
                    <a:pt x="34129" y="58674"/>
                  </a:cubicBezTo>
                  <a:cubicBezTo>
                    <a:pt x="34129" y="31293"/>
                    <a:pt x="42905" y="28359"/>
                    <a:pt x="49731" y="28359"/>
                  </a:cubicBezTo>
                  <a:cubicBezTo>
                    <a:pt x="56557" y="28359"/>
                    <a:pt x="65333" y="31293"/>
                    <a:pt x="65333" y="58674"/>
                  </a:cubicBezTo>
                  <a:cubicBezTo>
                    <a:pt x="65333" y="87033"/>
                    <a:pt x="56557" y="89967"/>
                    <a:pt x="49731" y="89967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6E92268-6171-19C3-2443-AF11B19C9BBC}"/>
                </a:ext>
              </a:extLst>
            </p:cNvPr>
            <p:cNvSpPr/>
            <p:nvPr/>
          </p:nvSpPr>
          <p:spPr>
            <a:xfrm>
              <a:off x="1284442" y="4773619"/>
              <a:ext cx="99487" cy="117348"/>
            </a:xfrm>
            <a:custGeom>
              <a:avLst/>
              <a:gdLst>
                <a:gd name="connsiteX0" fmla="*/ 49731 w 99487"/>
                <a:gd name="connsiteY0" fmla="*/ 0 h 117348"/>
                <a:gd name="connsiteX1" fmla="*/ 0 w 99487"/>
                <a:gd name="connsiteY1" fmla="*/ 58674 h 117348"/>
                <a:gd name="connsiteX2" fmla="*/ 49731 w 99487"/>
                <a:gd name="connsiteY2" fmla="*/ 117348 h 117348"/>
                <a:gd name="connsiteX3" fmla="*/ 99462 w 99487"/>
                <a:gd name="connsiteY3" fmla="*/ 58674 h 117348"/>
                <a:gd name="connsiteX4" fmla="*/ 49731 w 99487"/>
                <a:gd name="connsiteY4" fmla="*/ 0 h 117348"/>
                <a:gd name="connsiteX5" fmla="*/ 49731 w 99487"/>
                <a:gd name="connsiteY5" fmla="*/ 89967 h 117348"/>
                <a:gd name="connsiteX6" fmla="*/ 34129 w 99487"/>
                <a:gd name="connsiteY6" fmla="*/ 58674 h 117348"/>
                <a:gd name="connsiteX7" fmla="*/ 49731 w 99487"/>
                <a:gd name="connsiteY7" fmla="*/ 28359 h 117348"/>
                <a:gd name="connsiteX8" fmla="*/ 65333 w 99487"/>
                <a:gd name="connsiteY8" fmla="*/ 58674 h 117348"/>
                <a:gd name="connsiteX9" fmla="*/ 49731 w 99487"/>
                <a:gd name="connsiteY9" fmla="*/ 89967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9487" h="117348">
                  <a:moveTo>
                    <a:pt x="49731" y="0"/>
                  </a:moveTo>
                  <a:cubicBezTo>
                    <a:pt x="12677" y="0"/>
                    <a:pt x="0" y="30315"/>
                    <a:pt x="0" y="58674"/>
                  </a:cubicBezTo>
                  <a:cubicBezTo>
                    <a:pt x="0" y="101702"/>
                    <a:pt x="25353" y="117348"/>
                    <a:pt x="49731" y="117348"/>
                  </a:cubicBezTo>
                  <a:cubicBezTo>
                    <a:pt x="74109" y="117348"/>
                    <a:pt x="99462" y="101702"/>
                    <a:pt x="99462" y="58674"/>
                  </a:cubicBezTo>
                  <a:cubicBezTo>
                    <a:pt x="100437" y="15646"/>
                    <a:pt x="74109" y="0"/>
                    <a:pt x="49731" y="0"/>
                  </a:cubicBezTo>
                  <a:close/>
                  <a:moveTo>
                    <a:pt x="49731" y="89967"/>
                  </a:moveTo>
                  <a:cubicBezTo>
                    <a:pt x="42905" y="89967"/>
                    <a:pt x="34129" y="87033"/>
                    <a:pt x="34129" y="58674"/>
                  </a:cubicBezTo>
                  <a:cubicBezTo>
                    <a:pt x="34129" y="31293"/>
                    <a:pt x="42905" y="28359"/>
                    <a:pt x="49731" y="28359"/>
                  </a:cubicBezTo>
                  <a:cubicBezTo>
                    <a:pt x="56557" y="28359"/>
                    <a:pt x="65333" y="31293"/>
                    <a:pt x="65333" y="58674"/>
                  </a:cubicBezTo>
                  <a:cubicBezTo>
                    <a:pt x="65333" y="87033"/>
                    <a:pt x="57532" y="89967"/>
                    <a:pt x="49731" y="89967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90B8945-7FA9-4C3D-3BD1-350A9340F66C}"/>
                </a:ext>
              </a:extLst>
            </p:cNvPr>
            <p:cNvSpPr/>
            <p:nvPr/>
          </p:nvSpPr>
          <p:spPr>
            <a:xfrm>
              <a:off x="1390729" y="4733525"/>
              <a:ext cx="69233" cy="156464"/>
            </a:xfrm>
            <a:custGeom>
              <a:avLst/>
              <a:gdLst>
                <a:gd name="connsiteX0" fmla="*/ 51681 w 69233"/>
                <a:gd name="connsiteY0" fmla="*/ 0 h 156464"/>
                <a:gd name="connsiteX1" fmla="*/ 15602 w 69233"/>
                <a:gd name="connsiteY1" fmla="*/ 35204 h 156464"/>
                <a:gd name="connsiteX2" fmla="*/ 15602 w 69233"/>
                <a:gd name="connsiteY2" fmla="*/ 43028 h 156464"/>
                <a:gd name="connsiteX3" fmla="*/ 0 w 69233"/>
                <a:gd name="connsiteY3" fmla="*/ 43028 h 156464"/>
                <a:gd name="connsiteX4" fmla="*/ 0 w 69233"/>
                <a:gd name="connsiteY4" fmla="*/ 69431 h 156464"/>
                <a:gd name="connsiteX5" fmla="*/ 15602 w 69233"/>
                <a:gd name="connsiteY5" fmla="*/ 69431 h 156464"/>
                <a:gd name="connsiteX6" fmla="*/ 15602 w 69233"/>
                <a:gd name="connsiteY6" fmla="*/ 156464 h 156464"/>
                <a:gd name="connsiteX7" fmla="*/ 49731 w 69233"/>
                <a:gd name="connsiteY7" fmla="*/ 156464 h 156464"/>
                <a:gd name="connsiteX8" fmla="*/ 49731 w 69233"/>
                <a:gd name="connsiteY8" fmla="*/ 69431 h 156464"/>
                <a:gd name="connsiteX9" fmla="*/ 69233 w 69233"/>
                <a:gd name="connsiteY9" fmla="*/ 69431 h 156464"/>
                <a:gd name="connsiteX10" fmla="*/ 69233 w 69233"/>
                <a:gd name="connsiteY10" fmla="*/ 43028 h 156464"/>
                <a:gd name="connsiteX11" fmla="*/ 49731 w 69233"/>
                <a:gd name="connsiteY11" fmla="*/ 43028 h 156464"/>
                <a:gd name="connsiteX12" fmla="*/ 49731 w 69233"/>
                <a:gd name="connsiteY12" fmla="*/ 36182 h 156464"/>
                <a:gd name="connsiteX13" fmla="*/ 60457 w 69233"/>
                <a:gd name="connsiteY13" fmla="*/ 26403 h 156464"/>
                <a:gd name="connsiteX14" fmla="*/ 67283 w 69233"/>
                <a:gd name="connsiteY14" fmla="*/ 27381 h 156464"/>
                <a:gd name="connsiteX15" fmla="*/ 69233 w 69233"/>
                <a:gd name="connsiteY15" fmla="*/ 27381 h 156464"/>
                <a:gd name="connsiteX16" fmla="*/ 69233 w 69233"/>
                <a:gd name="connsiteY16" fmla="*/ 978 h 156464"/>
                <a:gd name="connsiteX17" fmla="*/ 68258 w 69233"/>
                <a:gd name="connsiteY17" fmla="*/ 978 h 156464"/>
                <a:gd name="connsiteX18" fmla="*/ 51681 w 69233"/>
                <a:gd name="connsiteY18" fmla="*/ 0 h 15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233" h="156464">
                  <a:moveTo>
                    <a:pt x="51681" y="0"/>
                  </a:moveTo>
                  <a:cubicBezTo>
                    <a:pt x="19502" y="0"/>
                    <a:pt x="15602" y="18580"/>
                    <a:pt x="15602" y="35204"/>
                  </a:cubicBezTo>
                  <a:lnTo>
                    <a:pt x="15602" y="43028"/>
                  </a:lnTo>
                  <a:lnTo>
                    <a:pt x="0" y="43028"/>
                  </a:lnTo>
                  <a:lnTo>
                    <a:pt x="0" y="69431"/>
                  </a:lnTo>
                  <a:lnTo>
                    <a:pt x="15602" y="69431"/>
                  </a:lnTo>
                  <a:lnTo>
                    <a:pt x="15602" y="156464"/>
                  </a:lnTo>
                  <a:lnTo>
                    <a:pt x="49731" y="156464"/>
                  </a:lnTo>
                  <a:lnTo>
                    <a:pt x="49731" y="69431"/>
                  </a:lnTo>
                  <a:lnTo>
                    <a:pt x="69233" y="69431"/>
                  </a:lnTo>
                  <a:lnTo>
                    <a:pt x="69233" y="43028"/>
                  </a:lnTo>
                  <a:lnTo>
                    <a:pt x="49731" y="43028"/>
                  </a:lnTo>
                  <a:lnTo>
                    <a:pt x="49731" y="36182"/>
                  </a:lnTo>
                  <a:cubicBezTo>
                    <a:pt x="49731" y="28359"/>
                    <a:pt x="53631" y="26403"/>
                    <a:pt x="60457" y="26403"/>
                  </a:cubicBezTo>
                  <a:cubicBezTo>
                    <a:pt x="62407" y="26403"/>
                    <a:pt x="66308" y="26403"/>
                    <a:pt x="67283" y="27381"/>
                  </a:cubicBezTo>
                  <a:lnTo>
                    <a:pt x="69233" y="27381"/>
                  </a:lnTo>
                  <a:lnTo>
                    <a:pt x="69233" y="978"/>
                  </a:lnTo>
                  <a:lnTo>
                    <a:pt x="68258" y="978"/>
                  </a:lnTo>
                  <a:cubicBezTo>
                    <a:pt x="66308" y="0"/>
                    <a:pt x="56557" y="0"/>
                    <a:pt x="51681" y="0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7B00CB9-D6D0-8BD7-6517-38B22D69A290}"/>
                </a:ext>
              </a:extLst>
            </p:cNvPr>
            <p:cNvSpPr/>
            <p:nvPr/>
          </p:nvSpPr>
          <p:spPr>
            <a:xfrm>
              <a:off x="1501892" y="4733525"/>
              <a:ext cx="135540" cy="155486"/>
            </a:xfrm>
            <a:custGeom>
              <a:avLst/>
              <a:gdLst>
                <a:gd name="connsiteX0" fmla="*/ 68258 w 135540"/>
                <a:gd name="connsiteY0" fmla="*/ 101702 h 155486"/>
                <a:gd name="connsiteX1" fmla="*/ 42905 w 135540"/>
                <a:gd name="connsiteY1" fmla="*/ 0 h 155486"/>
                <a:gd name="connsiteX2" fmla="*/ 0 w 135540"/>
                <a:gd name="connsiteY2" fmla="*/ 0 h 155486"/>
                <a:gd name="connsiteX3" fmla="*/ 0 w 135540"/>
                <a:gd name="connsiteY3" fmla="*/ 155486 h 155486"/>
                <a:gd name="connsiteX4" fmla="*/ 29253 w 135540"/>
                <a:gd name="connsiteY4" fmla="*/ 155486 h 155486"/>
                <a:gd name="connsiteX5" fmla="*/ 29253 w 135540"/>
                <a:gd name="connsiteY5" fmla="*/ 58674 h 155486"/>
                <a:gd name="connsiteX6" fmla="*/ 53631 w 135540"/>
                <a:gd name="connsiteY6" fmla="*/ 155486 h 155486"/>
                <a:gd name="connsiteX7" fmla="*/ 79959 w 135540"/>
                <a:gd name="connsiteY7" fmla="*/ 155486 h 155486"/>
                <a:gd name="connsiteX8" fmla="*/ 104337 w 135540"/>
                <a:gd name="connsiteY8" fmla="*/ 59652 h 155486"/>
                <a:gd name="connsiteX9" fmla="*/ 104337 w 135540"/>
                <a:gd name="connsiteY9" fmla="*/ 155486 h 155486"/>
                <a:gd name="connsiteX10" fmla="*/ 135541 w 135540"/>
                <a:gd name="connsiteY10" fmla="*/ 155486 h 155486"/>
                <a:gd name="connsiteX11" fmla="*/ 135541 w 135540"/>
                <a:gd name="connsiteY11" fmla="*/ 0 h 155486"/>
                <a:gd name="connsiteX12" fmla="*/ 91661 w 135540"/>
                <a:gd name="connsiteY12" fmla="*/ 0 h 155486"/>
                <a:gd name="connsiteX13" fmla="*/ 68258 w 135540"/>
                <a:gd name="connsiteY13" fmla="*/ 101702 h 15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5540" h="155486">
                  <a:moveTo>
                    <a:pt x="68258" y="101702"/>
                  </a:moveTo>
                  <a:lnTo>
                    <a:pt x="42905" y="0"/>
                  </a:lnTo>
                  <a:lnTo>
                    <a:pt x="0" y="0"/>
                  </a:lnTo>
                  <a:lnTo>
                    <a:pt x="0" y="155486"/>
                  </a:lnTo>
                  <a:lnTo>
                    <a:pt x="29253" y="155486"/>
                  </a:lnTo>
                  <a:lnTo>
                    <a:pt x="29253" y="58674"/>
                  </a:lnTo>
                  <a:cubicBezTo>
                    <a:pt x="31204" y="65519"/>
                    <a:pt x="53631" y="155486"/>
                    <a:pt x="53631" y="155486"/>
                  </a:cubicBezTo>
                  <a:lnTo>
                    <a:pt x="79959" y="155486"/>
                  </a:lnTo>
                  <a:cubicBezTo>
                    <a:pt x="79959" y="155486"/>
                    <a:pt x="102387" y="67475"/>
                    <a:pt x="104337" y="59652"/>
                  </a:cubicBezTo>
                  <a:lnTo>
                    <a:pt x="104337" y="155486"/>
                  </a:lnTo>
                  <a:lnTo>
                    <a:pt x="135541" y="155486"/>
                  </a:lnTo>
                  <a:lnTo>
                    <a:pt x="135541" y="0"/>
                  </a:lnTo>
                  <a:lnTo>
                    <a:pt x="91661" y="0"/>
                  </a:lnTo>
                  <a:lnTo>
                    <a:pt x="68258" y="101702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4411C0E-AAA0-F9BF-6009-A9953A1E1D20}"/>
                </a:ext>
              </a:extLst>
            </p:cNvPr>
            <p:cNvSpPr/>
            <p:nvPr/>
          </p:nvSpPr>
          <p:spPr>
            <a:xfrm>
              <a:off x="1652060" y="4772641"/>
              <a:ext cx="94586" cy="117348"/>
            </a:xfrm>
            <a:custGeom>
              <a:avLst/>
              <a:gdLst>
                <a:gd name="connsiteX0" fmla="*/ 73134 w 94586"/>
                <a:gd name="connsiteY0" fmla="*/ 78232 h 117348"/>
                <a:gd name="connsiteX1" fmla="*/ 51681 w 94586"/>
                <a:gd name="connsiteY1" fmla="*/ 90945 h 117348"/>
                <a:gd name="connsiteX2" fmla="*/ 34129 w 94586"/>
                <a:gd name="connsiteY2" fmla="*/ 68453 h 117348"/>
                <a:gd name="connsiteX3" fmla="*/ 94586 w 94586"/>
                <a:gd name="connsiteY3" fmla="*/ 68453 h 117348"/>
                <a:gd name="connsiteX4" fmla="*/ 94586 w 94586"/>
                <a:gd name="connsiteY4" fmla="*/ 60630 h 117348"/>
                <a:gd name="connsiteX5" fmla="*/ 48756 w 94586"/>
                <a:gd name="connsiteY5" fmla="*/ 0 h 117348"/>
                <a:gd name="connsiteX6" fmla="*/ 0 w 94586"/>
                <a:gd name="connsiteY6" fmla="*/ 58674 h 117348"/>
                <a:gd name="connsiteX7" fmla="*/ 49731 w 94586"/>
                <a:gd name="connsiteY7" fmla="*/ 117348 h 117348"/>
                <a:gd name="connsiteX8" fmla="*/ 93611 w 94586"/>
                <a:gd name="connsiteY8" fmla="*/ 93878 h 117348"/>
                <a:gd name="connsiteX9" fmla="*/ 94586 w 94586"/>
                <a:gd name="connsiteY9" fmla="*/ 91923 h 117348"/>
                <a:gd name="connsiteX10" fmla="*/ 74109 w 94586"/>
                <a:gd name="connsiteY10" fmla="*/ 75298 h 117348"/>
                <a:gd name="connsiteX11" fmla="*/ 73134 w 94586"/>
                <a:gd name="connsiteY11" fmla="*/ 78232 h 117348"/>
                <a:gd name="connsiteX12" fmla="*/ 35104 w 94586"/>
                <a:gd name="connsiteY12" fmla="*/ 47917 h 117348"/>
                <a:gd name="connsiteX13" fmla="*/ 49731 w 94586"/>
                <a:gd name="connsiteY13" fmla="*/ 28359 h 117348"/>
                <a:gd name="connsiteX14" fmla="*/ 63382 w 94586"/>
                <a:gd name="connsiteY14" fmla="*/ 47917 h 117348"/>
                <a:gd name="connsiteX15" fmla="*/ 35104 w 94586"/>
                <a:gd name="connsiteY15" fmla="*/ 47917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4586" h="117348">
                  <a:moveTo>
                    <a:pt x="73134" y="78232"/>
                  </a:moveTo>
                  <a:cubicBezTo>
                    <a:pt x="69233" y="84099"/>
                    <a:pt x="61432" y="90945"/>
                    <a:pt x="51681" y="90945"/>
                  </a:cubicBezTo>
                  <a:cubicBezTo>
                    <a:pt x="40955" y="90945"/>
                    <a:pt x="36079" y="83122"/>
                    <a:pt x="34129" y="68453"/>
                  </a:cubicBezTo>
                  <a:lnTo>
                    <a:pt x="94586" y="68453"/>
                  </a:lnTo>
                  <a:lnTo>
                    <a:pt x="94586" y="60630"/>
                  </a:lnTo>
                  <a:cubicBezTo>
                    <a:pt x="94586" y="22492"/>
                    <a:pt x="78009" y="0"/>
                    <a:pt x="48756" y="0"/>
                  </a:cubicBezTo>
                  <a:cubicBezTo>
                    <a:pt x="26328" y="0"/>
                    <a:pt x="0" y="15646"/>
                    <a:pt x="0" y="58674"/>
                  </a:cubicBezTo>
                  <a:cubicBezTo>
                    <a:pt x="0" y="95834"/>
                    <a:pt x="18527" y="117348"/>
                    <a:pt x="49731" y="117348"/>
                  </a:cubicBezTo>
                  <a:cubicBezTo>
                    <a:pt x="68258" y="117348"/>
                    <a:pt x="82885" y="109525"/>
                    <a:pt x="93611" y="93878"/>
                  </a:cubicBezTo>
                  <a:lnTo>
                    <a:pt x="94586" y="91923"/>
                  </a:lnTo>
                  <a:lnTo>
                    <a:pt x="74109" y="75298"/>
                  </a:lnTo>
                  <a:lnTo>
                    <a:pt x="73134" y="78232"/>
                  </a:lnTo>
                  <a:close/>
                  <a:moveTo>
                    <a:pt x="35104" y="47917"/>
                  </a:moveTo>
                  <a:cubicBezTo>
                    <a:pt x="36079" y="38138"/>
                    <a:pt x="39980" y="28359"/>
                    <a:pt x="49731" y="28359"/>
                  </a:cubicBezTo>
                  <a:cubicBezTo>
                    <a:pt x="54606" y="28359"/>
                    <a:pt x="62407" y="30315"/>
                    <a:pt x="63382" y="47917"/>
                  </a:cubicBezTo>
                  <a:lnTo>
                    <a:pt x="35104" y="47917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A6EE4C1-EB81-8276-7717-EE6D4892F6E7}"/>
                </a:ext>
              </a:extLst>
            </p:cNvPr>
            <p:cNvSpPr/>
            <p:nvPr/>
          </p:nvSpPr>
          <p:spPr>
            <a:xfrm>
              <a:off x="1762248" y="4733525"/>
              <a:ext cx="101411" cy="157441"/>
            </a:xfrm>
            <a:custGeom>
              <a:avLst/>
              <a:gdLst>
                <a:gd name="connsiteX0" fmla="*/ 96536 w 101411"/>
                <a:gd name="connsiteY0" fmla="*/ 127127 h 157441"/>
                <a:gd name="connsiteX1" fmla="*/ 96536 w 101411"/>
                <a:gd name="connsiteY1" fmla="*/ 0 h 157441"/>
                <a:gd name="connsiteX2" fmla="*/ 62407 w 101411"/>
                <a:gd name="connsiteY2" fmla="*/ 0 h 157441"/>
                <a:gd name="connsiteX3" fmla="*/ 62407 w 101411"/>
                <a:gd name="connsiteY3" fmla="*/ 50851 h 157441"/>
                <a:gd name="connsiteX4" fmla="*/ 37054 w 101411"/>
                <a:gd name="connsiteY4" fmla="*/ 40094 h 157441"/>
                <a:gd name="connsiteX5" fmla="*/ 0 w 101411"/>
                <a:gd name="connsiteY5" fmla="*/ 99746 h 157441"/>
                <a:gd name="connsiteX6" fmla="*/ 37054 w 101411"/>
                <a:gd name="connsiteY6" fmla="*/ 157442 h 157441"/>
                <a:gd name="connsiteX7" fmla="*/ 63382 w 101411"/>
                <a:gd name="connsiteY7" fmla="*/ 145707 h 157441"/>
                <a:gd name="connsiteX8" fmla="*/ 65333 w 101411"/>
                <a:gd name="connsiteY8" fmla="*/ 154508 h 157441"/>
                <a:gd name="connsiteX9" fmla="*/ 66308 w 101411"/>
                <a:gd name="connsiteY9" fmla="*/ 155486 h 157441"/>
                <a:gd name="connsiteX10" fmla="*/ 101412 w 101411"/>
                <a:gd name="connsiteY10" fmla="*/ 155486 h 157441"/>
                <a:gd name="connsiteX11" fmla="*/ 100437 w 101411"/>
                <a:gd name="connsiteY11" fmla="*/ 152552 h 157441"/>
                <a:gd name="connsiteX12" fmla="*/ 96536 w 101411"/>
                <a:gd name="connsiteY12" fmla="*/ 127127 h 157441"/>
                <a:gd name="connsiteX13" fmla="*/ 62407 w 101411"/>
                <a:gd name="connsiteY13" fmla="*/ 77254 h 157441"/>
                <a:gd name="connsiteX14" fmla="*/ 62407 w 101411"/>
                <a:gd name="connsiteY14" fmla="*/ 120282 h 157441"/>
                <a:gd name="connsiteX15" fmla="*/ 47781 w 101411"/>
                <a:gd name="connsiteY15" fmla="*/ 129083 h 157441"/>
                <a:gd name="connsiteX16" fmla="*/ 33154 w 101411"/>
                <a:gd name="connsiteY16" fmla="*/ 98768 h 157441"/>
                <a:gd name="connsiteX17" fmla="*/ 47781 w 101411"/>
                <a:gd name="connsiteY17" fmla="*/ 69431 h 157441"/>
                <a:gd name="connsiteX18" fmla="*/ 62407 w 101411"/>
                <a:gd name="connsiteY18" fmla="*/ 77254 h 157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1411" h="157441">
                  <a:moveTo>
                    <a:pt x="96536" y="127127"/>
                  </a:moveTo>
                  <a:lnTo>
                    <a:pt x="96536" y="0"/>
                  </a:lnTo>
                  <a:lnTo>
                    <a:pt x="62407" y="0"/>
                  </a:lnTo>
                  <a:lnTo>
                    <a:pt x="62407" y="50851"/>
                  </a:lnTo>
                  <a:cubicBezTo>
                    <a:pt x="55581" y="44006"/>
                    <a:pt x="46806" y="40094"/>
                    <a:pt x="37054" y="40094"/>
                  </a:cubicBezTo>
                  <a:cubicBezTo>
                    <a:pt x="13652" y="40094"/>
                    <a:pt x="0" y="61608"/>
                    <a:pt x="0" y="99746"/>
                  </a:cubicBezTo>
                  <a:cubicBezTo>
                    <a:pt x="0" y="147663"/>
                    <a:pt x="20477" y="157442"/>
                    <a:pt x="37054" y="157442"/>
                  </a:cubicBezTo>
                  <a:cubicBezTo>
                    <a:pt x="47781" y="157442"/>
                    <a:pt x="56557" y="153530"/>
                    <a:pt x="63382" y="145707"/>
                  </a:cubicBezTo>
                  <a:cubicBezTo>
                    <a:pt x="63382" y="148641"/>
                    <a:pt x="64358" y="152552"/>
                    <a:pt x="65333" y="154508"/>
                  </a:cubicBezTo>
                  <a:lnTo>
                    <a:pt x="66308" y="155486"/>
                  </a:lnTo>
                  <a:lnTo>
                    <a:pt x="101412" y="155486"/>
                  </a:lnTo>
                  <a:lnTo>
                    <a:pt x="100437" y="152552"/>
                  </a:lnTo>
                  <a:cubicBezTo>
                    <a:pt x="97511" y="147663"/>
                    <a:pt x="96536" y="139840"/>
                    <a:pt x="96536" y="127127"/>
                  </a:cubicBezTo>
                  <a:close/>
                  <a:moveTo>
                    <a:pt x="62407" y="77254"/>
                  </a:moveTo>
                  <a:lnTo>
                    <a:pt x="62407" y="120282"/>
                  </a:lnTo>
                  <a:cubicBezTo>
                    <a:pt x="58507" y="124193"/>
                    <a:pt x="53631" y="129083"/>
                    <a:pt x="47781" y="129083"/>
                  </a:cubicBezTo>
                  <a:cubicBezTo>
                    <a:pt x="41930" y="129083"/>
                    <a:pt x="33154" y="126149"/>
                    <a:pt x="33154" y="98768"/>
                  </a:cubicBezTo>
                  <a:cubicBezTo>
                    <a:pt x="33154" y="72365"/>
                    <a:pt x="39980" y="69431"/>
                    <a:pt x="47781" y="69431"/>
                  </a:cubicBezTo>
                  <a:cubicBezTo>
                    <a:pt x="52656" y="69431"/>
                    <a:pt x="56557" y="72365"/>
                    <a:pt x="62407" y="77254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86BF62B3-0998-213A-285F-E573C2ACF0F6}"/>
                </a:ext>
              </a:extLst>
            </p:cNvPr>
            <p:cNvSpPr/>
            <p:nvPr/>
          </p:nvSpPr>
          <p:spPr>
            <a:xfrm>
              <a:off x="1879262" y="4733525"/>
              <a:ext cx="34128" cy="30314"/>
            </a:xfrm>
            <a:custGeom>
              <a:avLst/>
              <a:gdLst>
                <a:gd name="connsiteX0" fmla="*/ 0 w 34128"/>
                <a:gd name="connsiteY0" fmla="*/ 0 h 30314"/>
                <a:gd name="connsiteX1" fmla="*/ 34129 w 34128"/>
                <a:gd name="connsiteY1" fmla="*/ 0 h 30314"/>
                <a:gd name="connsiteX2" fmla="*/ 34129 w 34128"/>
                <a:gd name="connsiteY2" fmla="*/ 30315 h 30314"/>
                <a:gd name="connsiteX3" fmla="*/ 0 w 34128"/>
                <a:gd name="connsiteY3" fmla="*/ 30315 h 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28" h="30314">
                  <a:moveTo>
                    <a:pt x="0" y="0"/>
                  </a:moveTo>
                  <a:lnTo>
                    <a:pt x="34129" y="0"/>
                  </a:lnTo>
                  <a:lnTo>
                    <a:pt x="34129" y="30315"/>
                  </a:lnTo>
                  <a:lnTo>
                    <a:pt x="0" y="30315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E7BCE0D-BE31-78F4-648C-ABDEAEC6AB4E}"/>
                </a:ext>
              </a:extLst>
            </p:cNvPr>
            <p:cNvSpPr/>
            <p:nvPr/>
          </p:nvSpPr>
          <p:spPr>
            <a:xfrm>
              <a:off x="1879262" y="4775574"/>
              <a:ext cx="34128" cy="113436"/>
            </a:xfrm>
            <a:custGeom>
              <a:avLst/>
              <a:gdLst>
                <a:gd name="connsiteX0" fmla="*/ 0 w 34128"/>
                <a:gd name="connsiteY0" fmla="*/ 0 h 113436"/>
                <a:gd name="connsiteX1" fmla="*/ 34129 w 34128"/>
                <a:gd name="connsiteY1" fmla="*/ 0 h 113436"/>
                <a:gd name="connsiteX2" fmla="*/ 34129 w 34128"/>
                <a:gd name="connsiteY2" fmla="*/ 113436 h 113436"/>
                <a:gd name="connsiteX3" fmla="*/ 0 w 34128"/>
                <a:gd name="connsiteY3" fmla="*/ 113436 h 113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28" h="113436">
                  <a:moveTo>
                    <a:pt x="0" y="0"/>
                  </a:moveTo>
                  <a:lnTo>
                    <a:pt x="34129" y="0"/>
                  </a:lnTo>
                  <a:lnTo>
                    <a:pt x="34129" y="113436"/>
                  </a:lnTo>
                  <a:lnTo>
                    <a:pt x="0" y="113436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781CF596-50B0-90B5-8BFE-EDBC4476A670}"/>
                </a:ext>
              </a:extLst>
            </p:cNvPr>
            <p:cNvSpPr/>
            <p:nvPr/>
          </p:nvSpPr>
          <p:spPr>
            <a:xfrm>
              <a:off x="1928017" y="4773619"/>
              <a:ext cx="94586" cy="117348"/>
            </a:xfrm>
            <a:custGeom>
              <a:avLst/>
              <a:gdLst>
                <a:gd name="connsiteX0" fmla="*/ 64358 w 94586"/>
                <a:gd name="connsiteY0" fmla="*/ 72365 h 117348"/>
                <a:gd name="connsiteX1" fmla="*/ 49731 w 94586"/>
                <a:gd name="connsiteY1" fmla="*/ 90945 h 117348"/>
                <a:gd name="connsiteX2" fmla="*/ 35104 w 94586"/>
                <a:gd name="connsiteY2" fmla="*/ 58674 h 117348"/>
                <a:gd name="connsiteX3" fmla="*/ 49731 w 94586"/>
                <a:gd name="connsiteY3" fmla="*/ 27381 h 117348"/>
                <a:gd name="connsiteX4" fmla="*/ 63382 w 94586"/>
                <a:gd name="connsiteY4" fmla="*/ 44006 h 117348"/>
                <a:gd name="connsiteX5" fmla="*/ 63382 w 94586"/>
                <a:gd name="connsiteY5" fmla="*/ 45961 h 117348"/>
                <a:gd name="connsiteX6" fmla="*/ 94586 w 94586"/>
                <a:gd name="connsiteY6" fmla="*/ 39116 h 117348"/>
                <a:gd name="connsiteX7" fmla="*/ 93611 w 94586"/>
                <a:gd name="connsiteY7" fmla="*/ 37160 h 117348"/>
                <a:gd name="connsiteX8" fmla="*/ 49731 w 94586"/>
                <a:gd name="connsiteY8" fmla="*/ 0 h 117348"/>
                <a:gd name="connsiteX9" fmla="*/ 0 w 94586"/>
                <a:gd name="connsiteY9" fmla="*/ 58674 h 117348"/>
                <a:gd name="connsiteX10" fmla="*/ 48756 w 94586"/>
                <a:gd name="connsiteY10" fmla="*/ 117348 h 117348"/>
                <a:gd name="connsiteX11" fmla="*/ 93611 w 94586"/>
                <a:gd name="connsiteY11" fmla="*/ 80188 h 117348"/>
                <a:gd name="connsiteX12" fmla="*/ 94586 w 94586"/>
                <a:gd name="connsiteY12" fmla="*/ 78232 h 117348"/>
                <a:gd name="connsiteX13" fmla="*/ 64358 w 94586"/>
                <a:gd name="connsiteY13" fmla="*/ 70409 h 117348"/>
                <a:gd name="connsiteX14" fmla="*/ 64358 w 94586"/>
                <a:gd name="connsiteY14" fmla="*/ 72365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4586" h="117348">
                  <a:moveTo>
                    <a:pt x="64358" y="72365"/>
                  </a:moveTo>
                  <a:cubicBezTo>
                    <a:pt x="61432" y="88989"/>
                    <a:pt x="54606" y="90945"/>
                    <a:pt x="49731" y="90945"/>
                  </a:cubicBezTo>
                  <a:cubicBezTo>
                    <a:pt x="43880" y="90945"/>
                    <a:pt x="35104" y="88011"/>
                    <a:pt x="35104" y="58674"/>
                  </a:cubicBezTo>
                  <a:cubicBezTo>
                    <a:pt x="35104" y="27381"/>
                    <a:pt x="45830" y="27381"/>
                    <a:pt x="49731" y="27381"/>
                  </a:cubicBezTo>
                  <a:cubicBezTo>
                    <a:pt x="55581" y="27381"/>
                    <a:pt x="59482" y="30315"/>
                    <a:pt x="63382" y="44006"/>
                  </a:cubicBezTo>
                  <a:lnTo>
                    <a:pt x="63382" y="45961"/>
                  </a:lnTo>
                  <a:lnTo>
                    <a:pt x="94586" y="39116"/>
                  </a:lnTo>
                  <a:lnTo>
                    <a:pt x="93611" y="37160"/>
                  </a:lnTo>
                  <a:cubicBezTo>
                    <a:pt x="89710" y="21514"/>
                    <a:pt x="80935" y="0"/>
                    <a:pt x="49731" y="0"/>
                  </a:cubicBezTo>
                  <a:cubicBezTo>
                    <a:pt x="25353" y="0"/>
                    <a:pt x="0" y="15646"/>
                    <a:pt x="0" y="58674"/>
                  </a:cubicBezTo>
                  <a:cubicBezTo>
                    <a:pt x="0" y="101702"/>
                    <a:pt x="25353" y="117348"/>
                    <a:pt x="48756" y="117348"/>
                  </a:cubicBezTo>
                  <a:cubicBezTo>
                    <a:pt x="72159" y="117348"/>
                    <a:pt x="87760" y="104635"/>
                    <a:pt x="93611" y="80188"/>
                  </a:cubicBezTo>
                  <a:lnTo>
                    <a:pt x="94586" y="78232"/>
                  </a:lnTo>
                  <a:lnTo>
                    <a:pt x="64358" y="70409"/>
                  </a:lnTo>
                  <a:lnTo>
                    <a:pt x="64358" y="72365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83B6FD6-C4E6-3447-8DFD-38F4C4A2F5C6}"/>
                </a:ext>
              </a:extLst>
            </p:cNvPr>
            <p:cNvSpPr/>
            <p:nvPr/>
          </p:nvSpPr>
          <p:spPr>
            <a:xfrm>
              <a:off x="2036255" y="4733525"/>
              <a:ext cx="34128" cy="30314"/>
            </a:xfrm>
            <a:custGeom>
              <a:avLst/>
              <a:gdLst>
                <a:gd name="connsiteX0" fmla="*/ 0 w 34128"/>
                <a:gd name="connsiteY0" fmla="*/ 0 h 30314"/>
                <a:gd name="connsiteX1" fmla="*/ 34129 w 34128"/>
                <a:gd name="connsiteY1" fmla="*/ 0 h 30314"/>
                <a:gd name="connsiteX2" fmla="*/ 34129 w 34128"/>
                <a:gd name="connsiteY2" fmla="*/ 30315 h 30314"/>
                <a:gd name="connsiteX3" fmla="*/ 0 w 34128"/>
                <a:gd name="connsiteY3" fmla="*/ 30315 h 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28" h="30314">
                  <a:moveTo>
                    <a:pt x="0" y="0"/>
                  </a:moveTo>
                  <a:lnTo>
                    <a:pt x="34129" y="0"/>
                  </a:lnTo>
                  <a:lnTo>
                    <a:pt x="34129" y="30315"/>
                  </a:lnTo>
                  <a:lnTo>
                    <a:pt x="0" y="30315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6F723FA4-6353-9522-F322-DBA21C7D6BDB}"/>
                </a:ext>
              </a:extLst>
            </p:cNvPr>
            <p:cNvSpPr/>
            <p:nvPr/>
          </p:nvSpPr>
          <p:spPr>
            <a:xfrm>
              <a:off x="2036255" y="4775574"/>
              <a:ext cx="34128" cy="113436"/>
            </a:xfrm>
            <a:custGeom>
              <a:avLst/>
              <a:gdLst>
                <a:gd name="connsiteX0" fmla="*/ 0 w 34128"/>
                <a:gd name="connsiteY0" fmla="*/ 0 h 113436"/>
                <a:gd name="connsiteX1" fmla="*/ 34129 w 34128"/>
                <a:gd name="connsiteY1" fmla="*/ 0 h 113436"/>
                <a:gd name="connsiteX2" fmla="*/ 34129 w 34128"/>
                <a:gd name="connsiteY2" fmla="*/ 113436 h 113436"/>
                <a:gd name="connsiteX3" fmla="*/ 0 w 34128"/>
                <a:gd name="connsiteY3" fmla="*/ 113436 h 113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28" h="113436">
                  <a:moveTo>
                    <a:pt x="0" y="0"/>
                  </a:moveTo>
                  <a:lnTo>
                    <a:pt x="34129" y="0"/>
                  </a:lnTo>
                  <a:lnTo>
                    <a:pt x="34129" y="113436"/>
                  </a:lnTo>
                  <a:lnTo>
                    <a:pt x="0" y="113436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05E3A5EA-8AD7-E0FF-EC2C-C7169EC667F6}"/>
                </a:ext>
              </a:extLst>
            </p:cNvPr>
            <p:cNvSpPr/>
            <p:nvPr/>
          </p:nvSpPr>
          <p:spPr>
            <a:xfrm>
              <a:off x="2091836" y="4773619"/>
              <a:ext cx="92635" cy="115392"/>
            </a:xfrm>
            <a:custGeom>
              <a:avLst/>
              <a:gdLst>
                <a:gd name="connsiteX0" fmla="*/ 64358 w 92635"/>
                <a:gd name="connsiteY0" fmla="*/ 0 h 115392"/>
                <a:gd name="connsiteX1" fmla="*/ 34129 w 92635"/>
                <a:gd name="connsiteY1" fmla="*/ 13691 h 115392"/>
                <a:gd name="connsiteX2" fmla="*/ 34129 w 92635"/>
                <a:gd name="connsiteY2" fmla="*/ 1956 h 115392"/>
                <a:gd name="connsiteX3" fmla="*/ 0 w 92635"/>
                <a:gd name="connsiteY3" fmla="*/ 1956 h 115392"/>
                <a:gd name="connsiteX4" fmla="*/ 0 w 92635"/>
                <a:gd name="connsiteY4" fmla="*/ 115392 h 115392"/>
                <a:gd name="connsiteX5" fmla="*/ 34129 w 92635"/>
                <a:gd name="connsiteY5" fmla="*/ 115392 h 115392"/>
                <a:gd name="connsiteX6" fmla="*/ 34129 w 92635"/>
                <a:gd name="connsiteY6" fmla="*/ 38138 h 115392"/>
                <a:gd name="connsiteX7" fmla="*/ 50706 w 92635"/>
                <a:gd name="connsiteY7" fmla="*/ 29337 h 115392"/>
                <a:gd name="connsiteX8" fmla="*/ 58507 w 92635"/>
                <a:gd name="connsiteY8" fmla="*/ 40094 h 115392"/>
                <a:gd name="connsiteX9" fmla="*/ 58507 w 92635"/>
                <a:gd name="connsiteY9" fmla="*/ 115392 h 115392"/>
                <a:gd name="connsiteX10" fmla="*/ 92636 w 92635"/>
                <a:gd name="connsiteY10" fmla="*/ 115392 h 115392"/>
                <a:gd name="connsiteX11" fmla="*/ 92636 w 92635"/>
                <a:gd name="connsiteY11" fmla="*/ 30315 h 115392"/>
                <a:gd name="connsiteX12" fmla="*/ 64358 w 92635"/>
                <a:gd name="connsiteY12" fmla="*/ 0 h 11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635" h="115392">
                  <a:moveTo>
                    <a:pt x="64358" y="0"/>
                  </a:moveTo>
                  <a:cubicBezTo>
                    <a:pt x="51681" y="0"/>
                    <a:pt x="40955" y="6845"/>
                    <a:pt x="34129" y="13691"/>
                  </a:cubicBezTo>
                  <a:lnTo>
                    <a:pt x="34129" y="1956"/>
                  </a:lnTo>
                  <a:lnTo>
                    <a:pt x="0" y="1956"/>
                  </a:lnTo>
                  <a:lnTo>
                    <a:pt x="0" y="115392"/>
                  </a:lnTo>
                  <a:lnTo>
                    <a:pt x="34129" y="115392"/>
                  </a:lnTo>
                  <a:lnTo>
                    <a:pt x="34129" y="38138"/>
                  </a:lnTo>
                  <a:cubicBezTo>
                    <a:pt x="40955" y="32271"/>
                    <a:pt x="45830" y="29337"/>
                    <a:pt x="50706" y="29337"/>
                  </a:cubicBezTo>
                  <a:cubicBezTo>
                    <a:pt x="54606" y="29337"/>
                    <a:pt x="58507" y="30315"/>
                    <a:pt x="58507" y="40094"/>
                  </a:cubicBezTo>
                  <a:lnTo>
                    <a:pt x="58507" y="115392"/>
                  </a:lnTo>
                  <a:lnTo>
                    <a:pt x="92636" y="115392"/>
                  </a:lnTo>
                  <a:lnTo>
                    <a:pt x="92636" y="30315"/>
                  </a:lnTo>
                  <a:cubicBezTo>
                    <a:pt x="92636" y="10757"/>
                    <a:pt x="82885" y="0"/>
                    <a:pt x="64358" y="0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E02CC91-F4B6-056B-5A5A-806C9E128BC0}"/>
                </a:ext>
              </a:extLst>
            </p:cNvPr>
            <p:cNvSpPr/>
            <p:nvPr/>
          </p:nvSpPr>
          <p:spPr>
            <a:xfrm>
              <a:off x="2199099" y="4772641"/>
              <a:ext cx="94586" cy="117348"/>
            </a:xfrm>
            <a:custGeom>
              <a:avLst/>
              <a:gdLst>
                <a:gd name="connsiteX0" fmla="*/ 74109 w 94586"/>
                <a:gd name="connsiteY0" fmla="*/ 76276 h 117348"/>
                <a:gd name="connsiteX1" fmla="*/ 73134 w 94586"/>
                <a:gd name="connsiteY1" fmla="*/ 78232 h 117348"/>
                <a:gd name="connsiteX2" fmla="*/ 51681 w 94586"/>
                <a:gd name="connsiteY2" fmla="*/ 90945 h 117348"/>
                <a:gd name="connsiteX3" fmla="*/ 34129 w 94586"/>
                <a:gd name="connsiteY3" fmla="*/ 68453 h 117348"/>
                <a:gd name="connsiteX4" fmla="*/ 94586 w 94586"/>
                <a:gd name="connsiteY4" fmla="*/ 68453 h 117348"/>
                <a:gd name="connsiteX5" fmla="*/ 94586 w 94586"/>
                <a:gd name="connsiteY5" fmla="*/ 60630 h 117348"/>
                <a:gd name="connsiteX6" fmla="*/ 48756 w 94586"/>
                <a:gd name="connsiteY6" fmla="*/ 0 h 117348"/>
                <a:gd name="connsiteX7" fmla="*/ 0 w 94586"/>
                <a:gd name="connsiteY7" fmla="*/ 58674 h 117348"/>
                <a:gd name="connsiteX8" fmla="*/ 49731 w 94586"/>
                <a:gd name="connsiteY8" fmla="*/ 117348 h 117348"/>
                <a:gd name="connsiteX9" fmla="*/ 93611 w 94586"/>
                <a:gd name="connsiteY9" fmla="*/ 93878 h 117348"/>
                <a:gd name="connsiteX10" fmla="*/ 94586 w 94586"/>
                <a:gd name="connsiteY10" fmla="*/ 91923 h 117348"/>
                <a:gd name="connsiteX11" fmla="*/ 74109 w 94586"/>
                <a:gd name="connsiteY11" fmla="*/ 76276 h 117348"/>
                <a:gd name="connsiteX12" fmla="*/ 34129 w 94586"/>
                <a:gd name="connsiteY12" fmla="*/ 47917 h 117348"/>
                <a:gd name="connsiteX13" fmla="*/ 48756 w 94586"/>
                <a:gd name="connsiteY13" fmla="*/ 28359 h 117348"/>
                <a:gd name="connsiteX14" fmla="*/ 62407 w 94586"/>
                <a:gd name="connsiteY14" fmla="*/ 47917 h 117348"/>
                <a:gd name="connsiteX15" fmla="*/ 34129 w 94586"/>
                <a:gd name="connsiteY15" fmla="*/ 47917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4586" h="117348">
                  <a:moveTo>
                    <a:pt x="74109" y="76276"/>
                  </a:moveTo>
                  <a:lnTo>
                    <a:pt x="73134" y="78232"/>
                  </a:lnTo>
                  <a:cubicBezTo>
                    <a:pt x="69233" y="84099"/>
                    <a:pt x="61432" y="90945"/>
                    <a:pt x="51681" y="90945"/>
                  </a:cubicBezTo>
                  <a:cubicBezTo>
                    <a:pt x="40955" y="90945"/>
                    <a:pt x="36079" y="83122"/>
                    <a:pt x="34129" y="68453"/>
                  </a:cubicBezTo>
                  <a:lnTo>
                    <a:pt x="94586" y="68453"/>
                  </a:lnTo>
                  <a:lnTo>
                    <a:pt x="94586" y="60630"/>
                  </a:lnTo>
                  <a:cubicBezTo>
                    <a:pt x="94586" y="22492"/>
                    <a:pt x="78009" y="0"/>
                    <a:pt x="48756" y="0"/>
                  </a:cubicBezTo>
                  <a:cubicBezTo>
                    <a:pt x="26328" y="0"/>
                    <a:pt x="0" y="15646"/>
                    <a:pt x="0" y="58674"/>
                  </a:cubicBezTo>
                  <a:cubicBezTo>
                    <a:pt x="0" y="95834"/>
                    <a:pt x="18527" y="117348"/>
                    <a:pt x="49731" y="117348"/>
                  </a:cubicBezTo>
                  <a:cubicBezTo>
                    <a:pt x="68258" y="117348"/>
                    <a:pt x="82885" y="109525"/>
                    <a:pt x="93611" y="93878"/>
                  </a:cubicBezTo>
                  <a:lnTo>
                    <a:pt x="94586" y="91923"/>
                  </a:lnTo>
                  <a:lnTo>
                    <a:pt x="74109" y="76276"/>
                  </a:lnTo>
                  <a:close/>
                  <a:moveTo>
                    <a:pt x="34129" y="47917"/>
                  </a:moveTo>
                  <a:cubicBezTo>
                    <a:pt x="35104" y="38138"/>
                    <a:pt x="39005" y="28359"/>
                    <a:pt x="48756" y="28359"/>
                  </a:cubicBezTo>
                  <a:cubicBezTo>
                    <a:pt x="53631" y="28359"/>
                    <a:pt x="61432" y="30315"/>
                    <a:pt x="62407" y="47917"/>
                  </a:cubicBezTo>
                  <a:lnTo>
                    <a:pt x="34129" y="47917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CD8FAAE-F1DD-87B8-9A74-DC5C766C57C1}"/>
                </a:ext>
              </a:extLst>
            </p:cNvPr>
            <p:cNvSpPr/>
            <p:nvPr/>
          </p:nvSpPr>
          <p:spPr>
            <a:xfrm>
              <a:off x="1213259" y="4733525"/>
              <a:ext cx="34128" cy="155486"/>
            </a:xfrm>
            <a:custGeom>
              <a:avLst/>
              <a:gdLst>
                <a:gd name="connsiteX0" fmla="*/ 0 w 34128"/>
                <a:gd name="connsiteY0" fmla="*/ 0 h 155486"/>
                <a:gd name="connsiteX1" fmla="*/ 34129 w 34128"/>
                <a:gd name="connsiteY1" fmla="*/ 0 h 155486"/>
                <a:gd name="connsiteX2" fmla="*/ 34129 w 34128"/>
                <a:gd name="connsiteY2" fmla="*/ 155486 h 155486"/>
                <a:gd name="connsiteX3" fmla="*/ 0 w 34128"/>
                <a:gd name="connsiteY3" fmla="*/ 155486 h 15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28" h="155486">
                  <a:moveTo>
                    <a:pt x="0" y="0"/>
                  </a:moveTo>
                  <a:lnTo>
                    <a:pt x="34129" y="0"/>
                  </a:lnTo>
                  <a:lnTo>
                    <a:pt x="34129" y="155486"/>
                  </a:lnTo>
                  <a:lnTo>
                    <a:pt x="0" y="155486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E620EAB-8C83-DA09-453C-7CA4E4C5863E}"/>
                </a:ext>
              </a:extLst>
            </p:cNvPr>
            <p:cNvSpPr/>
            <p:nvPr/>
          </p:nvSpPr>
          <p:spPr>
            <a:xfrm>
              <a:off x="757880" y="4528166"/>
              <a:ext cx="118963" cy="164287"/>
            </a:xfrm>
            <a:custGeom>
              <a:avLst/>
              <a:gdLst>
                <a:gd name="connsiteX0" fmla="*/ 64358 w 118963"/>
                <a:gd name="connsiteY0" fmla="*/ 109525 h 164287"/>
                <a:gd name="connsiteX1" fmla="*/ 86785 w 118963"/>
                <a:gd name="connsiteY1" fmla="*/ 109525 h 164287"/>
                <a:gd name="connsiteX2" fmla="*/ 62407 w 118963"/>
                <a:gd name="connsiteY2" fmla="*/ 136906 h 164287"/>
                <a:gd name="connsiteX3" fmla="*/ 34129 w 118963"/>
                <a:gd name="connsiteY3" fmla="*/ 82144 h 164287"/>
                <a:gd name="connsiteX4" fmla="*/ 60457 w 118963"/>
                <a:gd name="connsiteY4" fmla="*/ 30315 h 164287"/>
                <a:gd name="connsiteX5" fmla="*/ 83860 w 118963"/>
                <a:gd name="connsiteY5" fmla="*/ 58674 h 164287"/>
                <a:gd name="connsiteX6" fmla="*/ 116039 w 118963"/>
                <a:gd name="connsiteY6" fmla="*/ 54762 h 164287"/>
                <a:gd name="connsiteX7" fmla="*/ 62407 w 118963"/>
                <a:gd name="connsiteY7" fmla="*/ 0 h 164287"/>
                <a:gd name="connsiteX8" fmla="*/ 0 w 118963"/>
                <a:gd name="connsiteY8" fmla="*/ 82144 h 164287"/>
                <a:gd name="connsiteX9" fmla="*/ 58507 w 118963"/>
                <a:gd name="connsiteY9" fmla="*/ 164287 h 164287"/>
                <a:gd name="connsiteX10" fmla="*/ 92636 w 118963"/>
                <a:gd name="connsiteY10" fmla="*/ 145707 h 164287"/>
                <a:gd name="connsiteX11" fmla="*/ 92636 w 118963"/>
                <a:gd name="connsiteY11" fmla="*/ 161354 h 164287"/>
                <a:gd name="connsiteX12" fmla="*/ 118964 w 118963"/>
                <a:gd name="connsiteY12" fmla="*/ 161354 h 164287"/>
                <a:gd name="connsiteX13" fmla="*/ 118964 w 118963"/>
                <a:gd name="connsiteY13" fmla="*/ 83122 h 164287"/>
                <a:gd name="connsiteX14" fmla="*/ 65333 w 118963"/>
                <a:gd name="connsiteY14" fmla="*/ 83122 h 164287"/>
                <a:gd name="connsiteX15" fmla="*/ 65333 w 118963"/>
                <a:gd name="connsiteY15" fmla="*/ 109525 h 16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8963" h="164287">
                  <a:moveTo>
                    <a:pt x="64358" y="109525"/>
                  </a:moveTo>
                  <a:lnTo>
                    <a:pt x="86785" y="109525"/>
                  </a:lnTo>
                  <a:cubicBezTo>
                    <a:pt x="84835" y="127127"/>
                    <a:pt x="76059" y="136906"/>
                    <a:pt x="62407" y="136906"/>
                  </a:cubicBezTo>
                  <a:cubicBezTo>
                    <a:pt x="50706" y="136906"/>
                    <a:pt x="34129" y="131039"/>
                    <a:pt x="34129" y="82144"/>
                  </a:cubicBezTo>
                  <a:cubicBezTo>
                    <a:pt x="34129" y="47917"/>
                    <a:pt x="42905" y="30315"/>
                    <a:pt x="60457" y="30315"/>
                  </a:cubicBezTo>
                  <a:cubicBezTo>
                    <a:pt x="73134" y="30315"/>
                    <a:pt x="78984" y="38138"/>
                    <a:pt x="83860" y="58674"/>
                  </a:cubicBezTo>
                  <a:lnTo>
                    <a:pt x="116039" y="54762"/>
                  </a:lnTo>
                  <a:cubicBezTo>
                    <a:pt x="109213" y="16624"/>
                    <a:pt x="92636" y="0"/>
                    <a:pt x="62407" y="0"/>
                  </a:cubicBezTo>
                  <a:cubicBezTo>
                    <a:pt x="23403" y="0"/>
                    <a:pt x="0" y="30315"/>
                    <a:pt x="0" y="82144"/>
                  </a:cubicBezTo>
                  <a:cubicBezTo>
                    <a:pt x="0" y="134950"/>
                    <a:pt x="21453" y="164287"/>
                    <a:pt x="58507" y="164287"/>
                  </a:cubicBezTo>
                  <a:cubicBezTo>
                    <a:pt x="75084" y="164287"/>
                    <a:pt x="86785" y="155486"/>
                    <a:pt x="92636" y="145707"/>
                  </a:cubicBezTo>
                  <a:lnTo>
                    <a:pt x="92636" y="161354"/>
                  </a:lnTo>
                  <a:lnTo>
                    <a:pt x="118964" y="161354"/>
                  </a:lnTo>
                  <a:lnTo>
                    <a:pt x="118964" y="83122"/>
                  </a:lnTo>
                  <a:lnTo>
                    <a:pt x="65333" y="83122"/>
                  </a:lnTo>
                  <a:lnTo>
                    <a:pt x="65333" y="109525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7620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B858942-9006-7DB7-7324-97FBE03544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5438" y="1554480"/>
            <a:ext cx="7446962" cy="265176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F5C714-8EA7-9E55-9977-F1AF1237A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8862" y="4642652"/>
            <a:ext cx="286597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441C0E6-2A71-4EB3-9E92-A3D15D26B6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82DA2B3-B5AF-632C-5F39-B4DB388C1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25512" y="4665770"/>
            <a:ext cx="859536" cy="95050"/>
          </a:xfrm>
          <a:prstGeom prst="roundRect">
            <a:avLst>
              <a:gd name="adj" fmla="val 50000"/>
            </a:avLst>
          </a:prstGeom>
          <a:ln>
            <a:solidFill>
              <a:schemeClr val="tx2"/>
            </a:solidFill>
          </a:ln>
        </p:spPr>
        <p:txBody>
          <a:bodyPr vert="horz" lIns="45720" tIns="45720" rIns="91440" bIns="45720" rtlCol="0" anchor="ctr"/>
          <a:lstStyle>
            <a:lvl1pPr algn="r">
              <a:defRPr sz="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NYU Langone Health</a:t>
            </a:r>
          </a:p>
        </p:txBody>
      </p:sp>
    </p:spTree>
    <p:extLst>
      <p:ext uri="{BB962C8B-B14F-4D97-AF65-F5344CB8AC3E}">
        <p14:creationId xmlns:p14="http://schemas.microsoft.com/office/powerpoint/2010/main" val="53826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B858942-9006-7DB7-7324-97FBE03544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5438" y="1554480"/>
            <a:ext cx="7446962" cy="265176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0CBCABA-635A-9649-D0AC-CE05C3AACC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8862" y="4642652"/>
            <a:ext cx="286597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441C0E6-2A71-4EB3-9E92-A3D15D26B6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DC5FA75-A5AC-B120-4591-521CF6D2CA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25512" y="4665770"/>
            <a:ext cx="859536" cy="95050"/>
          </a:xfrm>
          <a:prstGeom prst="roundRect">
            <a:avLst>
              <a:gd name="adj" fmla="val 50000"/>
            </a:avLst>
          </a:prstGeom>
          <a:ln>
            <a:solidFill>
              <a:schemeClr val="tx2"/>
            </a:solidFill>
          </a:ln>
        </p:spPr>
        <p:txBody>
          <a:bodyPr vert="horz" lIns="45720" tIns="45720" rIns="91440" bIns="45720" rtlCol="0" anchor="ctr"/>
          <a:lstStyle>
            <a:lvl1pPr algn="r">
              <a:defRPr sz="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NYU Langone Health</a:t>
            </a:r>
          </a:p>
        </p:txBody>
      </p:sp>
    </p:spTree>
    <p:extLst>
      <p:ext uri="{BB962C8B-B14F-4D97-AF65-F5344CB8AC3E}">
        <p14:creationId xmlns:p14="http://schemas.microsoft.com/office/powerpoint/2010/main" val="2560536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Heavy Text Whit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572392"/>
            <a:ext cx="3978140" cy="2647182"/>
          </a:xfrm>
        </p:spPr>
        <p:txBody>
          <a:bodyPr/>
          <a:lstStyle>
            <a:lvl1pPr>
              <a:lnSpc>
                <a:spcPct val="115000"/>
              </a:lnSpc>
              <a:defRPr sz="1100"/>
            </a:lvl1pPr>
            <a:lvl2pPr>
              <a:lnSpc>
                <a:spcPct val="112000"/>
              </a:lnSpc>
              <a:defRPr sz="1050"/>
            </a:lvl2pPr>
            <a:lvl3pPr>
              <a:lnSpc>
                <a:spcPct val="112000"/>
              </a:lnSpc>
              <a:defRPr sz="1050"/>
            </a:lvl3pPr>
            <a:lvl4pPr>
              <a:lnSpc>
                <a:spcPct val="112000"/>
              </a:lnSpc>
              <a:defRPr sz="900"/>
            </a:lvl4pPr>
            <a:lvl5pPr>
              <a:lnSpc>
                <a:spcPct val="112000"/>
              </a:lnSpc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7F52610-DBFC-9EDF-6011-28AA66529BA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899160" y="1572392"/>
            <a:ext cx="3978140" cy="2647182"/>
          </a:xfrm>
        </p:spPr>
        <p:txBody>
          <a:bodyPr/>
          <a:lstStyle>
            <a:lvl1pPr>
              <a:lnSpc>
                <a:spcPct val="115000"/>
              </a:lnSpc>
              <a:defRPr sz="1100"/>
            </a:lvl1pPr>
            <a:lvl2pPr>
              <a:lnSpc>
                <a:spcPct val="112000"/>
              </a:lnSpc>
              <a:defRPr sz="1050"/>
            </a:lvl2pPr>
            <a:lvl3pPr>
              <a:lnSpc>
                <a:spcPct val="112000"/>
              </a:lnSpc>
              <a:defRPr sz="1050"/>
            </a:lvl3pPr>
            <a:lvl4pPr>
              <a:lnSpc>
                <a:spcPct val="112000"/>
              </a:lnSpc>
              <a:defRPr sz="900"/>
            </a:lvl4pPr>
            <a:lvl5pPr>
              <a:lnSpc>
                <a:spcPct val="112000"/>
              </a:lnSpc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3FC6688-E25F-29B9-8DD2-7C7C3C441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8862" y="4642652"/>
            <a:ext cx="286597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441C0E6-2A71-4EB3-9E92-A3D15D26B6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3B839AD-D623-2C76-E6EB-BAA43204B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25512" y="4665770"/>
            <a:ext cx="859536" cy="95050"/>
          </a:xfrm>
          <a:prstGeom prst="roundRect">
            <a:avLst>
              <a:gd name="adj" fmla="val 50000"/>
            </a:avLst>
          </a:prstGeom>
          <a:ln>
            <a:solidFill>
              <a:schemeClr val="tx2"/>
            </a:solidFill>
          </a:ln>
        </p:spPr>
        <p:txBody>
          <a:bodyPr vert="horz" lIns="45720" tIns="45720" rIns="91440" bIns="45720" rtlCol="0" anchor="ctr"/>
          <a:lstStyle>
            <a:lvl1pPr algn="r">
              <a:defRPr sz="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NYU Langone Health</a:t>
            </a:r>
          </a:p>
        </p:txBody>
      </p:sp>
    </p:spTree>
    <p:extLst>
      <p:ext uri="{BB962C8B-B14F-4D97-AF65-F5344CB8AC3E}">
        <p14:creationId xmlns:p14="http://schemas.microsoft.com/office/powerpoint/2010/main" val="456802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92" userDrawn="1">
          <p15:clr>
            <a:srgbClr val="FBAE40"/>
          </p15:clr>
        </p15:guide>
        <p15:guide id="2" pos="2712" userDrawn="1">
          <p15:clr>
            <a:srgbClr val="FBAE40"/>
          </p15:clr>
        </p15:guide>
        <p15:guide id="3" pos="308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572392"/>
            <a:ext cx="3978140" cy="2647182"/>
          </a:xfrm>
        </p:spPr>
        <p:txBody>
          <a:bodyPr/>
          <a:lstStyle>
            <a:lvl1pPr>
              <a:lnSpc>
                <a:spcPct val="115000"/>
              </a:lnSpc>
              <a:defRPr sz="1100">
                <a:solidFill>
                  <a:schemeClr val="accent1"/>
                </a:solidFill>
              </a:defRPr>
            </a:lvl1pPr>
            <a:lvl2pPr>
              <a:lnSpc>
                <a:spcPct val="112000"/>
              </a:lnSpc>
              <a:defRPr sz="1050"/>
            </a:lvl2pPr>
            <a:lvl3pPr>
              <a:lnSpc>
                <a:spcPct val="112000"/>
              </a:lnSpc>
              <a:defRPr sz="1050"/>
            </a:lvl3pPr>
            <a:lvl4pPr>
              <a:lnSpc>
                <a:spcPct val="112000"/>
              </a:lnSpc>
              <a:defRPr sz="900"/>
            </a:lvl4pPr>
            <a:lvl5pPr>
              <a:lnSpc>
                <a:spcPct val="112000"/>
              </a:lnSpc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576F7DD-4DB1-0669-5356-62659CD9B9F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899024" y="1542656"/>
            <a:ext cx="3978275" cy="2676918"/>
          </a:xfrm>
        </p:spPr>
        <p:txBody>
          <a:bodyPr/>
          <a:lstStyle>
            <a:lvl1pPr>
              <a:lnSpc>
                <a:spcPct val="82000"/>
              </a:lnSpc>
              <a:defRPr sz="3800">
                <a:solidFill>
                  <a:schemeClr val="accent1"/>
                </a:solidFill>
              </a:defRPr>
            </a:lvl1pPr>
            <a:lvl2pPr>
              <a:lnSpc>
                <a:spcPct val="115000"/>
              </a:lnSpc>
              <a:defRPr/>
            </a:lvl2pPr>
            <a:lvl3pPr>
              <a:lnSpc>
                <a:spcPct val="115000"/>
              </a:lnSpc>
              <a:defRPr/>
            </a:lvl3pPr>
            <a:lvl4pPr>
              <a:lnSpc>
                <a:spcPct val="115000"/>
              </a:lnSpc>
              <a:defRPr/>
            </a:lvl4pPr>
            <a:lvl5pPr>
              <a:lnSpc>
                <a:spcPct val="11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45C75C-DC9C-1D59-2DE3-017E4E9C0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8862" y="4642652"/>
            <a:ext cx="286597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441C0E6-2A71-4EB3-9E92-A3D15D26B6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6EB0748-3735-1860-0B4C-FF2030008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25512" y="4665770"/>
            <a:ext cx="859536" cy="95050"/>
          </a:xfrm>
          <a:prstGeom prst="roundRect">
            <a:avLst>
              <a:gd name="adj" fmla="val 50000"/>
            </a:avLst>
          </a:prstGeom>
          <a:ln>
            <a:solidFill>
              <a:schemeClr val="tx2"/>
            </a:solidFill>
          </a:ln>
        </p:spPr>
        <p:txBody>
          <a:bodyPr vert="horz" lIns="45720" tIns="45720" rIns="91440" bIns="45720" rtlCol="0" anchor="ctr"/>
          <a:lstStyle>
            <a:lvl1pPr algn="r">
              <a:defRPr sz="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NYU Langone Health</a:t>
            </a:r>
          </a:p>
        </p:txBody>
      </p:sp>
    </p:spTree>
    <p:extLst>
      <p:ext uri="{BB962C8B-B14F-4D97-AF65-F5344CB8AC3E}">
        <p14:creationId xmlns:p14="http://schemas.microsoft.com/office/powerpoint/2010/main" val="590424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92" userDrawn="1">
          <p15:clr>
            <a:srgbClr val="FBAE40"/>
          </p15:clr>
        </p15:guide>
        <p15:guide id="2" pos="2712" userDrawn="1">
          <p15:clr>
            <a:srgbClr val="FBAE40"/>
          </p15:clr>
        </p15:guide>
        <p15:guide id="3" pos="308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974E889D-D7C1-1165-CA9E-B2545FF231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01184" y="64294"/>
            <a:ext cx="4242816" cy="5079205"/>
          </a:xfrm>
          <a:solidFill>
            <a:schemeClr val="bg1">
              <a:lumMod val="85000"/>
            </a:schemeClr>
          </a:solidFill>
        </p:spPr>
        <p:txBody>
          <a:bodyPr tIns="100584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230" y="339586"/>
            <a:ext cx="4122825" cy="6771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7DC55A-0110-4030-35AD-A950533BE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49" y="1572392"/>
            <a:ext cx="3977640" cy="2647182"/>
          </a:xfrm>
        </p:spPr>
        <p:txBody>
          <a:bodyPr/>
          <a:lstStyle>
            <a:lvl1pPr>
              <a:lnSpc>
                <a:spcPct val="115000"/>
              </a:lnSpc>
              <a:defRPr sz="1100">
                <a:solidFill>
                  <a:schemeClr val="accent1"/>
                </a:solidFill>
              </a:defRPr>
            </a:lvl1pPr>
            <a:lvl2pPr>
              <a:lnSpc>
                <a:spcPct val="112000"/>
              </a:lnSpc>
              <a:defRPr sz="1050"/>
            </a:lvl2pPr>
            <a:lvl3pPr>
              <a:lnSpc>
                <a:spcPct val="112000"/>
              </a:lnSpc>
              <a:defRPr sz="1050"/>
            </a:lvl3pPr>
            <a:lvl4pPr>
              <a:lnSpc>
                <a:spcPct val="112000"/>
              </a:lnSpc>
              <a:defRPr sz="900"/>
            </a:lvl4pPr>
            <a:lvl5pPr>
              <a:lnSpc>
                <a:spcPct val="112000"/>
              </a:lnSpc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B7418D1-2207-3DA2-D401-BA061B484A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8862" y="4642652"/>
            <a:ext cx="286597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41C0E6-2A71-4EB3-9E92-A3D15D26B6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ED2F-69A3-D0D3-F802-8E1908A7B3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25512" y="4665770"/>
            <a:ext cx="859536" cy="9505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vert="horz" lIns="45720" tIns="45720" rIns="91440" bIns="45720" rtlCol="0" anchor="ctr"/>
          <a:lstStyle>
            <a:lvl1pPr algn="r">
              <a:defRPr sz="500" b="1">
                <a:solidFill>
                  <a:schemeClr val="bg1"/>
                </a:solidFill>
              </a:defRPr>
            </a:lvl1pPr>
          </a:lstStyle>
          <a:p>
            <a:r>
              <a:rPr lang="en-US"/>
              <a:t>NYU Langone Health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816C9E-C7B5-4D4C-8E36-FAC50DF19873}"/>
              </a:ext>
            </a:extLst>
          </p:cNvPr>
          <p:cNvSpPr/>
          <p:nvPr userDrawn="1"/>
        </p:nvSpPr>
        <p:spPr>
          <a:xfrm>
            <a:off x="-2" y="0"/>
            <a:ext cx="9143999" cy="642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60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12" userDrawn="1">
          <p15:clr>
            <a:srgbClr val="FBAE40"/>
          </p15:clr>
        </p15:guide>
        <p15:guide id="2" pos="308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Image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974E889D-D7C1-1165-CA9E-B2545FF231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71900"/>
            <a:ext cx="9144000" cy="1371600"/>
          </a:xfrm>
          <a:solidFill>
            <a:schemeClr val="bg1">
              <a:lumMod val="85000"/>
            </a:schemeClr>
          </a:solidFill>
        </p:spPr>
        <p:txBody>
          <a:bodyPr tIns="18288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B7418D1-2207-3DA2-D401-BA061B484A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8862" y="4642652"/>
            <a:ext cx="286597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41C0E6-2A71-4EB3-9E92-A3D15D26B6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ED2F-69A3-D0D3-F802-8E1908A7B3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25512" y="4665770"/>
            <a:ext cx="859536" cy="9505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vert="horz" lIns="45720" tIns="45720" rIns="91440" bIns="45720" rtlCol="0" anchor="ctr"/>
          <a:lstStyle>
            <a:lvl1pPr algn="r">
              <a:defRPr sz="500" b="1">
                <a:solidFill>
                  <a:schemeClr val="bg1"/>
                </a:solidFill>
              </a:defRPr>
            </a:lvl1pPr>
          </a:lstStyle>
          <a:p>
            <a:r>
              <a:rPr lang="en-US"/>
              <a:t>NYU Langone Health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16DF9D62-DA62-3653-DD38-9C9FB11C76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5438" y="1554481"/>
            <a:ext cx="7446962" cy="205777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E173E16-B6C9-2C5D-8866-EF6876840A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1779" y="4543426"/>
            <a:ext cx="1331121" cy="358774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5C25D2-5C2E-AA0D-5A18-4AD5D9CEDCCE}"/>
              </a:ext>
            </a:extLst>
          </p:cNvPr>
          <p:cNvSpPr/>
          <p:nvPr userDrawn="1"/>
        </p:nvSpPr>
        <p:spPr>
          <a:xfrm>
            <a:off x="-2" y="0"/>
            <a:ext cx="9143999" cy="642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931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231" y="339586"/>
            <a:ext cx="2409990" cy="67710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7DC55A-0110-4030-35AD-A950533BE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49" y="1572392"/>
            <a:ext cx="2412371" cy="2647182"/>
          </a:xfrm>
        </p:spPr>
        <p:txBody>
          <a:bodyPr/>
          <a:lstStyle>
            <a:lvl1pPr>
              <a:lnSpc>
                <a:spcPct val="115000"/>
              </a:lnSpc>
              <a:defRPr sz="1100">
                <a:solidFill>
                  <a:schemeClr val="accent1"/>
                </a:solidFill>
              </a:defRPr>
            </a:lvl1pPr>
            <a:lvl2pPr>
              <a:lnSpc>
                <a:spcPct val="112000"/>
              </a:lnSpc>
              <a:defRPr sz="1050"/>
            </a:lvl2pPr>
            <a:lvl3pPr>
              <a:lnSpc>
                <a:spcPct val="112000"/>
              </a:lnSpc>
              <a:defRPr sz="1050"/>
            </a:lvl3pPr>
            <a:lvl4pPr>
              <a:lnSpc>
                <a:spcPct val="112000"/>
              </a:lnSpc>
              <a:defRPr sz="900"/>
            </a:lvl4pPr>
            <a:lvl5pPr>
              <a:lnSpc>
                <a:spcPct val="112000"/>
              </a:lnSpc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974E889D-D7C1-1165-CA9E-B2545FF231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36367" y="64295"/>
            <a:ext cx="6107634" cy="5079206"/>
          </a:xfrm>
          <a:solidFill>
            <a:schemeClr val="bg1">
              <a:lumMod val="85000"/>
            </a:schemeClr>
          </a:solidFill>
        </p:spPr>
        <p:txBody>
          <a:bodyPr tIns="100584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ED6687E-E66B-5294-8095-3A1F08C6B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8862" y="4642652"/>
            <a:ext cx="286597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41C0E6-2A71-4EB3-9E92-A3D15D26B6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7098B60-0C51-9EF5-A554-07CB38828B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25512" y="4665770"/>
            <a:ext cx="859536" cy="9505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vert="horz" lIns="45720" tIns="45720" rIns="91440" bIns="45720" rtlCol="0" anchor="ctr"/>
          <a:lstStyle>
            <a:lvl1pPr algn="r">
              <a:defRPr sz="500" b="1">
                <a:solidFill>
                  <a:schemeClr val="bg1"/>
                </a:solidFill>
              </a:defRPr>
            </a:lvl1pPr>
          </a:lstStyle>
          <a:p>
            <a:r>
              <a:rPr lang="en-US"/>
              <a:t>NYU Langone Health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651FB0-1267-F0E3-0F8E-9E7CBB80182B}"/>
              </a:ext>
            </a:extLst>
          </p:cNvPr>
          <p:cNvSpPr/>
          <p:nvPr userDrawn="1"/>
        </p:nvSpPr>
        <p:spPr>
          <a:xfrm>
            <a:off x="-2" y="0"/>
            <a:ext cx="9143999" cy="642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13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974E889D-D7C1-1165-CA9E-B2545FF231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64295"/>
            <a:ext cx="9144001" cy="5079206"/>
          </a:xfrm>
          <a:solidFill>
            <a:schemeClr val="bg1">
              <a:lumMod val="85000"/>
            </a:schemeClr>
          </a:solidFill>
        </p:spPr>
        <p:txBody>
          <a:bodyPr tIns="100584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231" y="339586"/>
            <a:ext cx="6547104" cy="6771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3CFE71-3F3A-F8D9-8EE4-516B6E1B2C9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899024" y="1542656"/>
            <a:ext cx="3978275" cy="2676918"/>
          </a:xfrm>
        </p:spPr>
        <p:txBody>
          <a:bodyPr/>
          <a:lstStyle>
            <a:lvl1pPr>
              <a:lnSpc>
                <a:spcPct val="82000"/>
              </a:lnSpc>
              <a:defRPr sz="3800">
                <a:solidFill>
                  <a:schemeClr val="bg1"/>
                </a:solidFill>
              </a:defRPr>
            </a:lvl1pPr>
            <a:lvl2pPr>
              <a:lnSpc>
                <a:spcPct val="115000"/>
              </a:lnSpc>
              <a:defRPr/>
            </a:lvl2pPr>
            <a:lvl3pPr>
              <a:lnSpc>
                <a:spcPct val="115000"/>
              </a:lnSpc>
              <a:defRPr/>
            </a:lvl3pPr>
            <a:lvl4pPr>
              <a:lnSpc>
                <a:spcPct val="115000"/>
              </a:lnSpc>
              <a:defRPr/>
            </a:lvl4pPr>
            <a:lvl5pPr>
              <a:lnSpc>
                <a:spcPct val="11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182874F-C92B-945D-B692-C1B9B8C5B7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8862" y="4642652"/>
            <a:ext cx="286597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41C0E6-2A71-4EB3-9E92-A3D15D26B6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269D717-FC1D-BCA5-06DC-C482D1597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25512" y="4665770"/>
            <a:ext cx="859536" cy="9505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vert="horz" lIns="45720" tIns="45720" rIns="91440" bIns="45720" rtlCol="0" anchor="ctr"/>
          <a:lstStyle>
            <a:lvl1pPr algn="r">
              <a:defRPr sz="500" b="1">
                <a:solidFill>
                  <a:schemeClr val="bg1"/>
                </a:solidFill>
              </a:defRPr>
            </a:lvl1pPr>
          </a:lstStyle>
          <a:p>
            <a:r>
              <a:rPr lang="en-US"/>
              <a:t>NYU Langone Health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D27CA33-33FD-5A8E-B6E9-68ABCC91B1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1779" y="4543426"/>
            <a:ext cx="1331121" cy="358774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6EDCEE-777C-ACFF-63E3-5C745170D0B3}"/>
              </a:ext>
            </a:extLst>
          </p:cNvPr>
          <p:cNvSpPr/>
          <p:nvPr userDrawn="1"/>
        </p:nvSpPr>
        <p:spPr>
          <a:xfrm>
            <a:off x="-2" y="0"/>
            <a:ext cx="9143999" cy="642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81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974E889D-D7C1-1165-CA9E-B2545FF231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23851" y="1285875"/>
            <a:ext cx="4108546" cy="2300288"/>
          </a:xfrm>
          <a:solidFill>
            <a:schemeClr val="bg1">
              <a:lumMod val="85000"/>
            </a:schemeClr>
          </a:solidFill>
        </p:spPr>
        <p:txBody>
          <a:bodyPr tIns="73152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7DC55A-0110-4030-35AD-A950533BE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49" y="3715519"/>
            <a:ext cx="4000501" cy="504057"/>
          </a:xfrm>
        </p:spPr>
        <p:txBody>
          <a:bodyPr/>
          <a:lstStyle>
            <a:lvl1pPr>
              <a:lnSpc>
                <a:spcPct val="115000"/>
              </a:lnSpc>
              <a:defRPr sz="900">
                <a:solidFill>
                  <a:schemeClr val="accent1"/>
                </a:solidFill>
              </a:defRPr>
            </a:lvl1pPr>
            <a:lvl2pPr>
              <a:lnSpc>
                <a:spcPct val="112000"/>
              </a:lnSpc>
              <a:defRPr sz="900"/>
            </a:lvl2pPr>
            <a:lvl3pPr>
              <a:lnSpc>
                <a:spcPct val="112000"/>
              </a:lnSpc>
              <a:defRPr sz="1050"/>
            </a:lvl3pPr>
            <a:lvl4pPr>
              <a:lnSpc>
                <a:spcPct val="112000"/>
              </a:lnSpc>
              <a:defRPr sz="900"/>
            </a:lvl4pPr>
            <a:lvl5pPr>
              <a:lnSpc>
                <a:spcPct val="112000"/>
              </a:lnSpc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32AB9D3B-A168-5E4F-54A4-969E9494DB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33926" y="1285875"/>
            <a:ext cx="4108546" cy="2300288"/>
          </a:xfrm>
          <a:solidFill>
            <a:schemeClr val="bg1">
              <a:lumMod val="85000"/>
            </a:schemeClr>
          </a:solidFill>
        </p:spPr>
        <p:txBody>
          <a:bodyPr tIns="73152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D18C1C8-D8FB-BD07-A65C-92605D1A903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733924" y="3715519"/>
            <a:ext cx="4000501" cy="504057"/>
          </a:xfrm>
        </p:spPr>
        <p:txBody>
          <a:bodyPr/>
          <a:lstStyle>
            <a:lvl1pPr>
              <a:lnSpc>
                <a:spcPct val="115000"/>
              </a:lnSpc>
              <a:defRPr sz="900">
                <a:solidFill>
                  <a:schemeClr val="accent1"/>
                </a:solidFill>
              </a:defRPr>
            </a:lvl1pPr>
            <a:lvl2pPr>
              <a:lnSpc>
                <a:spcPct val="112000"/>
              </a:lnSpc>
              <a:defRPr sz="900"/>
            </a:lvl2pPr>
            <a:lvl3pPr>
              <a:lnSpc>
                <a:spcPct val="112000"/>
              </a:lnSpc>
              <a:defRPr sz="1050"/>
            </a:lvl3pPr>
            <a:lvl4pPr>
              <a:lnSpc>
                <a:spcPct val="112000"/>
              </a:lnSpc>
              <a:defRPr sz="900"/>
            </a:lvl4pPr>
            <a:lvl5pPr>
              <a:lnSpc>
                <a:spcPct val="112000"/>
              </a:lnSpc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4645FEE-0D66-8F6B-F262-51EC62F50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8862" y="4642652"/>
            <a:ext cx="286597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441C0E6-2A71-4EB3-9E92-A3D15D26B6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D0B4290-54E2-3AC1-E4E5-72D1844E1B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25512" y="4665770"/>
            <a:ext cx="859536" cy="95050"/>
          </a:xfrm>
          <a:prstGeom prst="roundRect">
            <a:avLst>
              <a:gd name="adj" fmla="val 50000"/>
            </a:avLst>
          </a:prstGeom>
          <a:ln>
            <a:solidFill>
              <a:schemeClr val="tx2"/>
            </a:solidFill>
          </a:ln>
        </p:spPr>
        <p:txBody>
          <a:bodyPr vert="horz" lIns="45720" tIns="45720" rIns="91440" bIns="45720" rtlCol="0" anchor="ctr"/>
          <a:lstStyle>
            <a:lvl1pPr algn="r">
              <a:defRPr sz="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NYU Langone Health</a:t>
            </a:r>
          </a:p>
        </p:txBody>
      </p:sp>
    </p:spTree>
    <p:extLst>
      <p:ext uri="{BB962C8B-B14F-4D97-AF65-F5344CB8AC3E}">
        <p14:creationId xmlns:p14="http://schemas.microsoft.com/office/powerpoint/2010/main" val="3240590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974E889D-D7C1-1165-CA9E-B2545FF231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23851" y="1285875"/>
            <a:ext cx="2633472" cy="2300288"/>
          </a:xfrm>
          <a:solidFill>
            <a:schemeClr val="bg1">
              <a:lumMod val="85000"/>
            </a:schemeClr>
          </a:solidFill>
        </p:spPr>
        <p:txBody>
          <a:bodyPr tIns="73152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7DC55A-0110-4030-35AD-A950533BE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49" y="3715519"/>
            <a:ext cx="2633472" cy="504057"/>
          </a:xfrm>
        </p:spPr>
        <p:txBody>
          <a:bodyPr/>
          <a:lstStyle>
            <a:lvl1pPr>
              <a:lnSpc>
                <a:spcPct val="115000"/>
              </a:lnSpc>
              <a:defRPr sz="900">
                <a:solidFill>
                  <a:schemeClr val="accent1"/>
                </a:solidFill>
              </a:defRPr>
            </a:lvl1pPr>
            <a:lvl2pPr>
              <a:lnSpc>
                <a:spcPct val="112000"/>
              </a:lnSpc>
              <a:defRPr sz="900"/>
            </a:lvl2pPr>
            <a:lvl3pPr>
              <a:lnSpc>
                <a:spcPct val="112000"/>
              </a:lnSpc>
              <a:defRPr sz="1050"/>
            </a:lvl3pPr>
            <a:lvl4pPr>
              <a:lnSpc>
                <a:spcPct val="112000"/>
              </a:lnSpc>
              <a:defRPr sz="900"/>
            </a:lvl4pPr>
            <a:lvl5pPr>
              <a:lnSpc>
                <a:spcPct val="112000"/>
              </a:lnSpc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32AB9D3B-A168-5E4F-54A4-969E9494DB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6314" y="1285875"/>
            <a:ext cx="2633472" cy="2300288"/>
          </a:xfrm>
          <a:solidFill>
            <a:schemeClr val="bg1">
              <a:lumMod val="85000"/>
            </a:schemeClr>
          </a:solidFill>
        </p:spPr>
        <p:txBody>
          <a:bodyPr tIns="73152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D18C1C8-D8FB-BD07-A65C-92605D1A903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66313" y="3715519"/>
            <a:ext cx="2633472" cy="504057"/>
          </a:xfrm>
        </p:spPr>
        <p:txBody>
          <a:bodyPr/>
          <a:lstStyle>
            <a:lvl1pPr>
              <a:lnSpc>
                <a:spcPct val="115000"/>
              </a:lnSpc>
              <a:defRPr sz="900">
                <a:solidFill>
                  <a:schemeClr val="accent1"/>
                </a:solidFill>
              </a:defRPr>
            </a:lvl1pPr>
            <a:lvl2pPr>
              <a:lnSpc>
                <a:spcPct val="112000"/>
              </a:lnSpc>
              <a:defRPr sz="900"/>
            </a:lvl2pPr>
            <a:lvl3pPr>
              <a:lnSpc>
                <a:spcPct val="112000"/>
              </a:lnSpc>
              <a:defRPr sz="1050"/>
            </a:lvl3pPr>
            <a:lvl4pPr>
              <a:lnSpc>
                <a:spcPct val="112000"/>
              </a:lnSpc>
              <a:defRPr sz="900"/>
            </a:lvl4pPr>
            <a:lvl5pPr>
              <a:lnSpc>
                <a:spcPct val="112000"/>
              </a:lnSpc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4645FEE-0D66-8F6B-F262-51EC62F50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8862" y="4642652"/>
            <a:ext cx="286597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441C0E6-2A71-4EB3-9E92-A3D15D26B6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D0B4290-54E2-3AC1-E4E5-72D1844E1B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25512" y="4665770"/>
            <a:ext cx="859536" cy="95050"/>
          </a:xfrm>
          <a:prstGeom prst="roundRect">
            <a:avLst>
              <a:gd name="adj" fmla="val 50000"/>
            </a:avLst>
          </a:prstGeom>
          <a:ln>
            <a:solidFill>
              <a:schemeClr val="tx2"/>
            </a:solidFill>
          </a:ln>
        </p:spPr>
        <p:txBody>
          <a:bodyPr vert="horz" lIns="45720" tIns="45720" rIns="91440" bIns="45720" rtlCol="0" anchor="ctr"/>
          <a:lstStyle>
            <a:lvl1pPr algn="r">
              <a:defRPr sz="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NYU Langone Health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1BDD536-E6BE-8F75-8E09-7164FBB461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08776" y="1285875"/>
            <a:ext cx="2633472" cy="2300288"/>
          </a:xfrm>
          <a:solidFill>
            <a:schemeClr val="bg1">
              <a:lumMod val="85000"/>
            </a:schemeClr>
          </a:solidFill>
        </p:spPr>
        <p:txBody>
          <a:bodyPr tIns="73152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B4B917-387E-4074-A52F-4A3842B75A7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08776" y="3715519"/>
            <a:ext cx="2633472" cy="504057"/>
          </a:xfrm>
        </p:spPr>
        <p:txBody>
          <a:bodyPr/>
          <a:lstStyle>
            <a:lvl1pPr>
              <a:lnSpc>
                <a:spcPct val="115000"/>
              </a:lnSpc>
              <a:defRPr sz="900">
                <a:solidFill>
                  <a:schemeClr val="accent1"/>
                </a:solidFill>
              </a:defRPr>
            </a:lvl1pPr>
            <a:lvl2pPr>
              <a:lnSpc>
                <a:spcPct val="112000"/>
              </a:lnSpc>
              <a:defRPr sz="900"/>
            </a:lvl2pPr>
            <a:lvl3pPr>
              <a:lnSpc>
                <a:spcPct val="112000"/>
              </a:lnSpc>
              <a:defRPr sz="1050"/>
            </a:lvl3pPr>
            <a:lvl4pPr>
              <a:lnSpc>
                <a:spcPct val="112000"/>
              </a:lnSpc>
              <a:defRPr sz="900"/>
            </a:lvl4pPr>
            <a:lvl5pPr>
              <a:lnSpc>
                <a:spcPct val="112000"/>
              </a:lnSpc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897719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974E889D-D7C1-1165-CA9E-B2545FF231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23851" y="1634470"/>
            <a:ext cx="1881877" cy="1053623"/>
          </a:xfrm>
          <a:solidFill>
            <a:schemeClr val="bg1">
              <a:lumMod val="85000"/>
            </a:schemeClr>
          </a:solidFill>
        </p:spPr>
        <p:txBody>
          <a:bodyPr tIns="9144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7DC55A-0110-4030-35AD-A950533BE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2828068"/>
            <a:ext cx="1881878" cy="1381982"/>
          </a:xfrm>
        </p:spPr>
        <p:txBody>
          <a:bodyPr/>
          <a:lstStyle>
            <a:lvl1pPr>
              <a:lnSpc>
                <a:spcPct val="115000"/>
              </a:lnSpc>
              <a:defRPr sz="900"/>
            </a:lvl1pPr>
            <a:lvl2pPr>
              <a:lnSpc>
                <a:spcPct val="112000"/>
              </a:lnSpc>
              <a:defRPr sz="900"/>
            </a:lvl2pPr>
            <a:lvl3pPr>
              <a:lnSpc>
                <a:spcPct val="112000"/>
              </a:lnSpc>
              <a:defRPr sz="1050"/>
            </a:lvl3pPr>
            <a:lvl4pPr>
              <a:lnSpc>
                <a:spcPct val="112000"/>
              </a:lnSpc>
              <a:defRPr sz="900"/>
            </a:lvl4pPr>
            <a:lvl5pPr>
              <a:lnSpc>
                <a:spcPct val="112000"/>
              </a:lnSpc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798FC0FE-33D3-F2F7-29D8-BFB66F8FB50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27738" y="1634470"/>
            <a:ext cx="1881877" cy="1053623"/>
          </a:xfrm>
          <a:solidFill>
            <a:schemeClr val="bg1">
              <a:lumMod val="85000"/>
            </a:schemeClr>
          </a:solidFill>
        </p:spPr>
        <p:txBody>
          <a:bodyPr tIns="9144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6B9052FE-07F2-2318-FAED-8F93C55BB71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31625" y="1634470"/>
            <a:ext cx="1881877" cy="1053623"/>
          </a:xfrm>
          <a:solidFill>
            <a:schemeClr val="bg1">
              <a:lumMod val="85000"/>
            </a:schemeClr>
          </a:solidFill>
        </p:spPr>
        <p:txBody>
          <a:bodyPr tIns="9144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B733EA3-1907-BCFF-411F-10B15B638E0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935513" y="1634470"/>
            <a:ext cx="1881877" cy="1053623"/>
          </a:xfrm>
          <a:solidFill>
            <a:schemeClr val="bg1">
              <a:lumMod val="85000"/>
            </a:schemeClr>
          </a:solidFill>
        </p:spPr>
        <p:txBody>
          <a:bodyPr tIns="9144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4BB71-3293-6CFC-9E86-D40C6FB8E83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2527738" y="2828068"/>
            <a:ext cx="1881878" cy="1381982"/>
          </a:xfrm>
        </p:spPr>
        <p:txBody>
          <a:bodyPr/>
          <a:lstStyle>
            <a:lvl1pPr>
              <a:lnSpc>
                <a:spcPct val="115000"/>
              </a:lnSpc>
              <a:defRPr sz="900"/>
            </a:lvl1pPr>
            <a:lvl2pPr>
              <a:lnSpc>
                <a:spcPct val="112000"/>
              </a:lnSpc>
              <a:defRPr sz="900"/>
            </a:lvl2pPr>
            <a:lvl3pPr>
              <a:lnSpc>
                <a:spcPct val="112000"/>
              </a:lnSpc>
              <a:defRPr sz="1050"/>
            </a:lvl3pPr>
            <a:lvl4pPr>
              <a:lnSpc>
                <a:spcPct val="112000"/>
              </a:lnSpc>
              <a:defRPr sz="900"/>
            </a:lvl4pPr>
            <a:lvl5pPr>
              <a:lnSpc>
                <a:spcPct val="112000"/>
              </a:lnSpc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13EDF18-D2BC-07DE-A7F8-CEA49F7C8A8F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731625" y="2828068"/>
            <a:ext cx="1881878" cy="1381982"/>
          </a:xfrm>
        </p:spPr>
        <p:txBody>
          <a:bodyPr/>
          <a:lstStyle>
            <a:lvl1pPr>
              <a:lnSpc>
                <a:spcPct val="115000"/>
              </a:lnSpc>
              <a:defRPr sz="900"/>
            </a:lvl1pPr>
            <a:lvl2pPr>
              <a:lnSpc>
                <a:spcPct val="112000"/>
              </a:lnSpc>
              <a:defRPr sz="900"/>
            </a:lvl2pPr>
            <a:lvl3pPr>
              <a:lnSpc>
                <a:spcPct val="112000"/>
              </a:lnSpc>
              <a:defRPr sz="1050"/>
            </a:lvl3pPr>
            <a:lvl4pPr>
              <a:lnSpc>
                <a:spcPct val="112000"/>
              </a:lnSpc>
              <a:defRPr sz="900"/>
            </a:lvl4pPr>
            <a:lvl5pPr>
              <a:lnSpc>
                <a:spcPct val="112000"/>
              </a:lnSpc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BCA7B80-B75F-A050-86EB-5459E1FFF963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935512" y="2828068"/>
            <a:ext cx="1881878" cy="1381982"/>
          </a:xfrm>
        </p:spPr>
        <p:txBody>
          <a:bodyPr/>
          <a:lstStyle>
            <a:lvl1pPr>
              <a:lnSpc>
                <a:spcPct val="115000"/>
              </a:lnSpc>
              <a:defRPr sz="900"/>
            </a:lvl1pPr>
            <a:lvl2pPr>
              <a:lnSpc>
                <a:spcPct val="112000"/>
              </a:lnSpc>
              <a:defRPr sz="900"/>
            </a:lvl2pPr>
            <a:lvl3pPr>
              <a:lnSpc>
                <a:spcPct val="112000"/>
              </a:lnSpc>
              <a:defRPr sz="1050"/>
            </a:lvl3pPr>
            <a:lvl4pPr>
              <a:lnSpc>
                <a:spcPct val="112000"/>
              </a:lnSpc>
              <a:defRPr sz="900"/>
            </a:lvl4pPr>
            <a:lvl5pPr>
              <a:lnSpc>
                <a:spcPct val="112000"/>
              </a:lnSpc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E003EF9-3D7B-6B28-CFE9-B03186353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8862" y="4642652"/>
            <a:ext cx="286597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441C0E6-2A71-4EB3-9E92-A3D15D26B6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DD5B95F-0E0C-BCE6-99F9-EEAB9BEFD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25512" y="4665770"/>
            <a:ext cx="859536" cy="95050"/>
          </a:xfrm>
          <a:prstGeom prst="roundRect">
            <a:avLst>
              <a:gd name="adj" fmla="val 50000"/>
            </a:avLst>
          </a:prstGeom>
          <a:ln>
            <a:solidFill>
              <a:schemeClr val="tx2"/>
            </a:solidFill>
          </a:ln>
        </p:spPr>
        <p:txBody>
          <a:bodyPr vert="horz" lIns="45720" tIns="45720" rIns="91440" bIns="45720" rtlCol="0" anchor="ctr"/>
          <a:lstStyle>
            <a:lvl1pPr algn="r">
              <a:defRPr sz="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NYU Langone Health</a:t>
            </a:r>
          </a:p>
        </p:txBody>
      </p:sp>
    </p:spTree>
    <p:extLst>
      <p:ext uri="{BB962C8B-B14F-4D97-AF65-F5344CB8AC3E}">
        <p14:creationId xmlns:p14="http://schemas.microsoft.com/office/powerpoint/2010/main" val="2908559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108" y="306907"/>
            <a:ext cx="5175504" cy="2267712"/>
          </a:xfrm>
        </p:spPr>
        <p:txBody>
          <a:bodyPr anchor="b" anchorCtr="0"/>
          <a:lstStyle>
            <a:lvl1pPr>
              <a:lnSpc>
                <a:spcPct val="85000"/>
              </a:lnSpc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2F7D3B8-F8F0-7738-693B-1FDED3B19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8862" y="4642652"/>
            <a:ext cx="286597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441C0E6-2A71-4EB3-9E92-A3D15D26B6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E869348-C125-19E7-ADD0-B37E17928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25512" y="4665770"/>
            <a:ext cx="859536" cy="95050"/>
          </a:xfrm>
          <a:prstGeom prst="roundRect">
            <a:avLst>
              <a:gd name="adj" fmla="val 50000"/>
            </a:avLst>
          </a:prstGeom>
          <a:ln>
            <a:solidFill>
              <a:schemeClr val="tx2"/>
            </a:solidFill>
          </a:ln>
        </p:spPr>
        <p:txBody>
          <a:bodyPr vert="horz" lIns="45720" tIns="45720" rIns="91440" bIns="45720" rtlCol="0" anchor="ctr"/>
          <a:lstStyle>
            <a:lvl1pPr algn="r">
              <a:defRPr sz="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NYU Langone Health</a:t>
            </a:r>
          </a:p>
        </p:txBody>
      </p:sp>
    </p:spTree>
    <p:extLst>
      <p:ext uri="{BB962C8B-B14F-4D97-AF65-F5344CB8AC3E}">
        <p14:creationId xmlns:p14="http://schemas.microsoft.com/office/powerpoint/2010/main" val="4109047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663" y="1597810"/>
            <a:ext cx="8238776" cy="2647182"/>
          </a:xfrm>
        </p:spPr>
        <p:txBody>
          <a:bodyPr/>
          <a:lstStyle>
            <a:lvl1pPr>
              <a:lnSpc>
                <a:spcPct val="85000"/>
              </a:lnSpc>
              <a:defRPr sz="5600">
                <a:solidFill>
                  <a:schemeClr val="accent1"/>
                </a:solidFill>
              </a:defRPr>
            </a:lvl1pPr>
            <a:lvl2pPr>
              <a:lnSpc>
                <a:spcPct val="115000"/>
              </a:lnSpc>
              <a:defRPr/>
            </a:lvl2pPr>
            <a:lvl3pPr>
              <a:lnSpc>
                <a:spcPct val="115000"/>
              </a:lnSpc>
              <a:defRPr/>
            </a:lvl3pPr>
            <a:lvl4pPr>
              <a:lnSpc>
                <a:spcPct val="115000"/>
              </a:lnSpc>
              <a:defRPr/>
            </a:lvl4pPr>
            <a:lvl5pPr>
              <a:lnSpc>
                <a:spcPct val="11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57F39-02AA-089A-80FD-60D144D064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8862" y="4642652"/>
            <a:ext cx="286597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441C0E6-2A71-4EB3-9E92-A3D15D26B6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922684E-2340-6A8F-4341-D611B4F4FC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25512" y="4665770"/>
            <a:ext cx="859536" cy="95050"/>
          </a:xfrm>
          <a:prstGeom prst="roundRect">
            <a:avLst>
              <a:gd name="adj" fmla="val 50000"/>
            </a:avLst>
          </a:prstGeom>
          <a:ln>
            <a:solidFill>
              <a:schemeClr val="tx2"/>
            </a:solidFill>
          </a:ln>
        </p:spPr>
        <p:txBody>
          <a:bodyPr vert="horz" lIns="45720" tIns="45720" rIns="91440" bIns="45720" rtlCol="0" anchor="ctr"/>
          <a:lstStyle>
            <a:lvl1pPr algn="r">
              <a:defRPr sz="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NYU Langone Health</a:t>
            </a:r>
          </a:p>
        </p:txBody>
      </p:sp>
    </p:spTree>
    <p:extLst>
      <p:ext uri="{BB962C8B-B14F-4D97-AF65-F5344CB8AC3E}">
        <p14:creationId xmlns:p14="http://schemas.microsoft.com/office/powerpoint/2010/main" val="198798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/Thank yo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231" y="339582"/>
            <a:ext cx="2409990" cy="1321691"/>
          </a:xfrm>
        </p:spPr>
        <p:txBody>
          <a:bodyPr/>
          <a:lstStyle>
            <a:lvl1pPr>
              <a:lnSpc>
                <a:spcPct val="80000"/>
              </a:lnSpc>
              <a:defRPr sz="4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7DC55A-0110-4030-35AD-A950533BE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49" y="2387560"/>
            <a:ext cx="2412371" cy="1822490"/>
          </a:xfrm>
        </p:spPr>
        <p:txBody>
          <a:bodyPr/>
          <a:lstStyle>
            <a:lvl1pPr>
              <a:lnSpc>
                <a:spcPct val="115000"/>
              </a:lnSpc>
              <a:defRPr sz="1300" b="0">
                <a:solidFill>
                  <a:schemeClr val="tx2"/>
                </a:solidFill>
              </a:defRPr>
            </a:lvl1pPr>
            <a:lvl2pPr>
              <a:lnSpc>
                <a:spcPct val="112000"/>
              </a:lnSpc>
              <a:defRPr sz="1050">
                <a:solidFill>
                  <a:schemeClr val="tx2"/>
                </a:solidFill>
              </a:defRPr>
            </a:lvl2pPr>
            <a:lvl3pPr>
              <a:lnSpc>
                <a:spcPct val="112000"/>
              </a:lnSpc>
              <a:defRPr sz="1050">
                <a:solidFill>
                  <a:schemeClr val="tx2"/>
                </a:solidFill>
              </a:defRPr>
            </a:lvl3pPr>
            <a:lvl4pPr>
              <a:lnSpc>
                <a:spcPct val="112000"/>
              </a:lnSpc>
              <a:defRPr sz="900">
                <a:solidFill>
                  <a:schemeClr val="tx2"/>
                </a:solidFill>
              </a:defRPr>
            </a:lvl4pPr>
            <a:lvl5pPr>
              <a:lnSpc>
                <a:spcPct val="112000"/>
              </a:lnSpc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974E889D-D7C1-1165-CA9E-B2545FF231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36367" y="64295"/>
            <a:ext cx="6107634" cy="5079206"/>
          </a:xfrm>
          <a:solidFill>
            <a:schemeClr val="bg1">
              <a:lumMod val="85000"/>
            </a:schemeClr>
          </a:solidFill>
        </p:spPr>
        <p:txBody>
          <a:bodyPr tIns="100584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BB43B-1319-036D-5BDA-56D0F6DE0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8862" y="4642652"/>
            <a:ext cx="286597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41C0E6-2A71-4EB3-9E92-A3D15D26B6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C1D2822-C365-D619-8C43-2320D68912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25512" y="4665770"/>
            <a:ext cx="859536" cy="9505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vert="horz" lIns="45720" tIns="45720" rIns="91440" bIns="45720" rtlCol="0" anchor="ctr"/>
          <a:lstStyle>
            <a:lvl1pPr algn="r">
              <a:defRPr sz="500" b="1">
                <a:solidFill>
                  <a:schemeClr val="bg1"/>
                </a:solidFill>
              </a:defRPr>
            </a:lvl1pPr>
          </a:lstStyle>
          <a:p>
            <a:r>
              <a:rPr lang="en-US"/>
              <a:t>NYU Langone Health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9E6751-5B7A-FA49-8254-2F1A9F7E5D13}"/>
              </a:ext>
            </a:extLst>
          </p:cNvPr>
          <p:cNvSpPr/>
          <p:nvPr userDrawn="1"/>
        </p:nvSpPr>
        <p:spPr>
          <a:xfrm>
            <a:off x="-2" y="0"/>
            <a:ext cx="9143999" cy="642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4737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41B06AA-53AF-3F9D-598B-1507782FA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8862" y="4642652"/>
            <a:ext cx="286597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441C0E6-2A71-4EB3-9E92-A3D15D26B6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31400FC-9419-F0A8-FFE4-EBFB9411A8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25512" y="4665770"/>
            <a:ext cx="859536" cy="95050"/>
          </a:xfrm>
          <a:prstGeom prst="roundRect">
            <a:avLst>
              <a:gd name="adj" fmla="val 50000"/>
            </a:avLst>
          </a:prstGeom>
          <a:ln>
            <a:solidFill>
              <a:schemeClr val="tx2"/>
            </a:solidFill>
          </a:ln>
        </p:spPr>
        <p:txBody>
          <a:bodyPr vert="horz" lIns="45720" tIns="45720" rIns="91440" bIns="45720" rtlCol="0" anchor="ctr"/>
          <a:lstStyle>
            <a:lvl1pPr algn="r">
              <a:defRPr sz="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NYU Langone Health</a:t>
            </a:r>
          </a:p>
        </p:txBody>
      </p:sp>
    </p:spTree>
    <p:extLst>
      <p:ext uri="{BB962C8B-B14F-4D97-AF65-F5344CB8AC3E}">
        <p14:creationId xmlns:p14="http://schemas.microsoft.com/office/powerpoint/2010/main" val="29428337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Whit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17E10C4-E4F6-FE65-E1C5-8F8A3C41E7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8862" y="4642652"/>
            <a:ext cx="286597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441C0E6-2A71-4EB3-9E92-A3D15D26B6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9BBAF0E-4E98-CE1F-1567-1F63719E2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25512" y="4665770"/>
            <a:ext cx="859536" cy="95050"/>
          </a:xfrm>
          <a:prstGeom prst="roundRect">
            <a:avLst>
              <a:gd name="adj" fmla="val 50000"/>
            </a:avLst>
          </a:prstGeom>
          <a:ln>
            <a:solidFill>
              <a:schemeClr val="tx2"/>
            </a:solidFill>
          </a:ln>
        </p:spPr>
        <p:txBody>
          <a:bodyPr vert="horz" lIns="45720" tIns="45720" rIns="91440" bIns="45720" rtlCol="0" anchor="ctr"/>
          <a:lstStyle>
            <a:lvl1pPr algn="r">
              <a:defRPr sz="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NYU Langone Health</a:t>
            </a:r>
          </a:p>
        </p:txBody>
      </p:sp>
    </p:spTree>
    <p:extLst>
      <p:ext uri="{BB962C8B-B14F-4D97-AF65-F5344CB8AC3E}">
        <p14:creationId xmlns:p14="http://schemas.microsoft.com/office/powerpoint/2010/main" val="15951030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3BD8AE6-C2F0-35EB-8C96-26857916D7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8862" y="4642652"/>
            <a:ext cx="286597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441C0E6-2A71-4EB3-9E92-A3D15D26B6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A827C-0F55-D7E7-CD69-979D0EA68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25512" y="4665770"/>
            <a:ext cx="859536" cy="95050"/>
          </a:xfrm>
          <a:prstGeom prst="roundRect">
            <a:avLst>
              <a:gd name="adj" fmla="val 50000"/>
            </a:avLst>
          </a:prstGeom>
          <a:ln>
            <a:solidFill>
              <a:schemeClr val="tx2"/>
            </a:solidFill>
          </a:ln>
        </p:spPr>
        <p:txBody>
          <a:bodyPr vert="horz" lIns="45720" tIns="45720" rIns="91440" bIns="45720" rtlCol="0" anchor="ctr"/>
          <a:lstStyle>
            <a:lvl1pPr algn="r">
              <a:defRPr sz="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NYU Langone Health</a:t>
            </a:r>
          </a:p>
        </p:txBody>
      </p:sp>
    </p:spTree>
    <p:extLst>
      <p:ext uri="{BB962C8B-B14F-4D97-AF65-F5344CB8AC3E}">
        <p14:creationId xmlns:p14="http://schemas.microsoft.com/office/powerpoint/2010/main" val="2726047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7565" y="1223790"/>
            <a:ext cx="4248150" cy="1846681"/>
          </a:xfrm>
        </p:spPr>
        <p:txBody>
          <a:bodyPr anchor="ctr" anchorCtr="0"/>
          <a:lstStyle>
            <a:lvl1pPr algn="l">
              <a:lnSpc>
                <a:spcPct val="83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2072" y="3319544"/>
            <a:ext cx="4248150" cy="898923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13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ECAB4B7-018A-0EBB-A58F-9FCA59C75D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03938" y="0"/>
            <a:ext cx="3040062" cy="5143500"/>
          </a:xfrm>
          <a:solidFill>
            <a:schemeClr val="bg1">
              <a:lumMod val="85000"/>
            </a:schemeClr>
          </a:solidFill>
        </p:spPr>
        <p:txBody>
          <a:bodyPr tIns="100584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8174009-F1AD-524C-D80E-4CAB996A7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7663" y="4663440"/>
            <a:ext cx="1810512" cy="219456"/>
          </a:xfrm>
          <a:prstGeom prst="roundRect">
            <a:avLst>
              <a:gd name="adj" fmla="val 50000"/>
            </a:avLst>
          </a:prstGeom>
          <a:ln w="19050">
            <a:solidFill>
              <a:schemeClr val="bg1"/>
            </a:solidFill>
          </a:ln>
        </p:spPr>
        <p:txBody>
          <a:bodyPr vert="horz" lIns="182880" tIns="45720" rIns="91440" bIns="45720" rtlCol="0" anchor="ctr"/>
          <a:lstStyle>
            <a:lvl1pPr algn="l">
              <a:defRPr sz="1100" b="1">
                <a:solidFill>
                  <a:schemeClr val="bg1"/>
                </a:solidFill>
              </a:defRPr>
            </a:lvl1pPr>
          </a:lstStyle>
          <a:p>
            <a:r>
              <a:rPr lang="en-US"/>
              <a:t>NYU Langone Health</a:t>
            </a:r>
          </a:p>
        </p:txBody>
      </p:sp>
      <p:grpSp>
        <p:nvGrpSpPr>
          <p:cNvPr id="4" name="Graphic 6">
            <a:extLst>
              <a:ext uri="{FF2B5EF4-FFF2-40B4-BE49-F238E27FC236}">
                <a16:creationId xmlns:a16="http://schemas.microsoft.com/office/drawing/2014/main" id="{3F73E944-BC70-2DEE-0213-17909918294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43751" y="256503"/>
            <a:ext cx="2560320" cy="659342"/>
            <a:chOff x="243131" y="4363879"/>
            <a:chExt cx="2050553" cy="528066"/>
          </a:xfrm>
          <a:solidFill>
            <a:srgbClr val="FFFFFF"/>
          </a:solidFill>
        </p:grpSpPr>
        <p:grpSp>
          <p:nvGrpSpPr>
            <p:cNvPr id="7" name="Graphic 6">
              <a:extLst>
                <a:ext uri="{FF2B5EF4-FFF2-40B4-BE49-F238E27FC236}">
                  <a16:creationId xmlns:a16="http://schemas.microsoft.com/office/drawing/2014/main" id="{B84EF4F2-8029-AC84-2711-A2E02CED048F}"/>
                </a:ext>
              </a:extLst>
            </p:cNvPr>
            <p:cNvGrpSpPr/>
            <p:nvPr/>
          </p:nvGrpSpPr>
          <p:grpSpPr>
            <a:xfrm>
              <a:off x="243131" y="4363879"/>
              <a:ext cx="460142" cy="527338"/>
              <a:chOff x="243131" y="4363879"/>
              <a:chExt cx="460142" cy="527338"/>
            </a:xfrm>
            <a:solidFill>
              <a:srgbClr val="FFFFFF"/>
            </a:solidFill>
          </p:grpSpPr>
          <p:grpSp>
            <p:nvGrpSpPr>
              <p:cNvPr id="39" name="Graphic 6">
                <a:extLst>
                  <a:ext uri="{FF2B5EF4-FFF2-40B4-BE49-F238E27FC236}">
                    <a16:creationId xmlns:a16="http://schemas.microsoft.com/office/drawing/2014/main" id="{F601397B-366A-744E-F782-E8BAFCDDAF8D}"/>
                  </a:ext>
                </a:extLst>
              </p:cNvPr>
              <p:cNvGrpSpPr/>
              <p:nvPr/>
            </p:nvGrpSpPr>
            <p:grpSpPr>
              <a:xfrm>
                <a:off x="243131" y="4363879"/>
                <a:ext cx="457650" cy="527338"/>
                <a:chOff x="243131" y="4363879"/>
                <a:chExt cx="457650" cy="527338"/>
              </a:xfrm>
              <a:solidFill>
                <a:srgbClr val="FFFFFF"/>
              </a:solidFill>
            </p:grpSpPr>
            <p:sp>
              <p:nvSpPr>
                <p:cNvPr id="41" name="Freeform 40">
                  <a:extLst>
                    <a:ext uri="{FF2B5EF4-FFF2-40B4-BE49-F238E27FC236}">
                      <a16:creationId xmlns:a16="http://schemas.microsoft.com/office/drawing/2014/main" id="{B5A6027C-9EF0-3A5C-08A7-CC4527F05D59}"/>
                    </a:ext>
                  </a:extLst>
                </p:cNvPr>
                <p:cNvSpPr/>
                <p:nvPr/>
              </p:nvSpPr>
              <p:spPr>
                <a:xfrm>
                  <a:off x="265989" y="4363879"/>
                  <a:ext cx="434792" cy="163309"/>
                </a:xfrm>
                <a:custGeom>
                  <a:avLst/>
                  <a:gdLst>
                    <a:gd name="connsiteX0" fmla="*/ 434359 w 434792"/>
                    <a:gd name="connsiteY0" fmla="*/ 108547 h 163309"/>
                    <a:gd name="connsiteX1" fmla="*/ 434359 w 434792"/>
                    <a:gd name="connsiteY1" fmla="*/ 108547 h 163309"/>
                    <a:gd name="connsiteX2" fmla="*/ 431434 w 434792"/>
                    <a:gd name="connsiteY2" fmla="*/ 103657 h 163309"/>
                    <a:gd name="connsiteX3" fmla="*/ 396330 w 434792"/>
                    <a:gd name="connsiteY3" fmla="*/ 64541 h 163309"/>
                    <a:gd name="connsiteX4" fmla="*/ 234461 w 434792"/>
                    <a:gd name="connsiteY4" fmla="*/ 0 h 163309"/>
                    <a:gd name="connsiteX5" fmla="*/ 48214 w 434792"/>
                    <a:gd name="connsiteY5" fmla="*/ 86055 h 163309"/>
                    <a:gd name="connsiteX6" fmla="*/ 433 w 434792"/>
                    <a:gd name="connsiteY6" fmla="*/ 161354 h 163309"/>
                    <a:gd name="connsiteX7" fmla="*/ 433 w 434792"/>
                    <a:gd name="connsiteY7" fmla="*/ 163309 h 163309"/>
                    <a:gd name="connsiteX8" fmla="*/ 1408 w 434792"/>
                    <a:gd name="connsiteY8" fmla="*/ 161354 h 163309"/>
                    <a:gd name="connsiteX9" fmla="*/ 54065 w 434792"/>
                    <a:gd name="connsiteY9" fmla="*/ 94856 h 163309"/>
                    <a:gd name="connsiteX10" fmla="*/ 235436 w 434792"/>
                    <a:gd name="connsiteY10" fmla="*/ 32271 h 163309"/>
                    <a:gd name="connsiteX11" fmla="*/ 386579 w 434792"/>
                    <a:gd name="connsiteY11" fmla="*/ 73343 h 163309"/>
                    <a:gd name="connsiteX12" fmla="*/ 429484 w 434792"/>
                    <a:gd name="connsiteY12" fmla="*/ 105613 h 163309"/>
                    <a:gd name="connsiteX13" fmla="*/ 434359 w 434792"/>
                    <a:gd name="connsiteY13" fmla="*/ 108547 h 163309"/>
                    <a:gd name="connsiteX14" fmla="*/ 434359 w 434792"/>
                    <a:gd name="connsiteY14" fmla="*/ 108547 h 163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34792" h="163309">
                      <a:moveTo>
                        <a:pt x="434359" y="108547"/>
                      </a:moveTo>
                      <a:cubicBezTo>
                        <a:pt x="434359" y="108547"/>
                        <a:pt x="435334" y="108547"/>
                        <a:pt x="434359" y="108547"/>
                      </a:cubicBezTo>
                      <a:cubicBezTo>
                        <a:pt x="434359" y="107569"/>
                        <a:pt x="433384" y="106591"/>
                        <a:pt x="431434" y="103657"/>
                      </a:cubicBezTo>
                      <a:cubicBezTo>
                        <a:pt x="429484" y="100724"/>
                        <a:pt x="414857" y="81166"/>
                        <a:pt x="396330" y="64541"/>
                      </a:cubicBezTo>
                      <a:cubicBezTo>
                        <a:pt x="378778" y="47917"/>
                        <a:pt x="323196" y="0"/>
                        <a:pt x="234461" y="0"/>
                      </a:cubicBezTo>
                      <a:cubicBezTo>
                        <a:pt x="142800" y="0"/>
                        <a:pt x="80393" y="49873"/>
                        <a:pt x="48214" y="86055"/>
                      </a:cubicBezTo>
                      <a:cubicBezTo>
                        <a:pt x="17010" y="121260"/>
                        <a:pt x="1408" y="160376"/>
                        <a:pt x="433" y="161354"/>
                      </a:cubicBezTo>
                      <a:cubicBezTo>
                        <a:pt x="433" y="162331"/>
                        <a:pt x="-542" y="162331"/>
                        <a:pt x="433" y="163309"/>
                      </a:cubicBezTo>
                      <a:cubicBezTo>
                        <a:pt x="1408" y="163309"/>
                        <a:pt x="1408" y="162331"/>
                        <a:pt x="1408" y="161354"/>
                      </a:cubicBezTo>
                      <a:cubicBezTo>
                        <a:pt x="2384" y="160376"/>
                        <a:pt x="17985" y="124193"/>
                        <a:pt x="54065" y="94856"/>
                      </a:cubicBezTo>
                      <a:cubicBezTo>
                        <a:pt x="90144" y="65519"/>
                        <a:pt x="148651" y="32271"/>
                        <a:pt x="235436" y="32271"/>
                      </a:cubicBezTo>
                      <a:cubicBezTo>
                        <a:pt x="309545" y="32271"/>
                        <a:pt x="362201" y="58674"/>
                        <a:pt x="386579" y="73343"/>
                      </a:cubicBezTo>
                      <a:cubicBezTo>
                        <a:pt x="410956" y="88011"/>
                        <a:pt x="426558" y="102680"/>
                        <a:pt x="429484" y="105613"/>
                      </a:cubicBezTo>
                      <a:cubicBezTo>
                        <a:pt x="432409" y="107569"/>
                        <a:pt x="433384" y="107569"/>
                        <a:pt x="434359" y="108547"/>
                      </a:cubicBezTo>
                      <a:cubicBezTo>
                        <a:pt x="434359" y="108547"/>
                        <a:pt x="434359" y="108547"/>
                        <a:pt x="434359" y="10854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7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0A238B20-A9FE-CCBA-9306-1F44749720E1}"/>
                    </a:ext>
                  </a:extLst>
                </p:cNvPr>
                <p:cNvSpPr/>
                <p:nvPr/>
              </p:nvSpPr>
              <p:spPr>
                <a:xfrm>
                  <a:off x="243131" y="4611287"/>
                  <a:ext cx="393834" cy="279929"/>
                </a:xfrm>
                <a:custGeom>
                  <a:avLst/>
                  <a:gdLst>
                    <a:gd name="connsiteX0" fmla="*/ 1839 w 393834"/>
                    <a:gd name="connsiteY0" fmla="*/ 0 h 279929"/>
                    <a:gd name="connsiteX1" fmla="*/ 1839 w 393834"/>
                    <a:gd name="connsiteY1" fmla="*/ 0 h 279929"/>
                    <a:gd name="connsiteX2" fmla="*/ 1839 w 393834"/>
                    <a:gd name="connsiteY2" fmla="*/ 3912 h 279929"/>
                    <a:gd name="connsiteX3" fmla="*/ 22316 w 393834"/>
                    <a:gd name="connsiteY3" fmla="*/ 93878 h 279929"/>
                    <a:gd name="connsiteX4" fmla="*/ 149081 w 393834"/>
                    <a:gd name="connsiteY4" fmla="*/ 221983 h 279929"/>
                    <a:gd name="connsiteX5" fmla="*/ 312900 w 393834"/>
                    <a:gd name="connsiteY5" fmla="*/ 251320 h 279929"/>
                    <a:gd name="connsiteX6" fmla="*/ 391885 w 393834"/>
                    <a:gd name="connsiteY6" fmla="*/ 228829 h 279929"/>
                    <a:gd name="connsiteX7" fmla="*/ 393835 w 393834"/>
                    <a:gd name="connsiteY7" fmla="*/ 227851 h 279929"/>
                    <a:gd name="connsiteX8" fmla="*/ 393835 w 393834"/>
                    <a:gd name="connsiteY8" fmla="*/ 227851 h 279929"/>
                    <a:gd name="connsiteX9" fmla="*/ 391885 w 393834"/>
                    <a:gd name="connsiteY9" fmla="*/ 228829 h 279929"/>
                    <a:gd name="connsiteX10" fmla="*/ 386034 w 393834"/>
                    <a:gd name="connsiteY10" fmla="*/ 233718 h 279929"/>
                    <a:gd name="connsiteX11" fmla="*/ 337278 w 393834"/>
                    <a:gd name="connsiteY11" fmla="*/ 261099 h 279929"/>
                    <a:gd name="connsiteX12" fmla="*/ 128604 w 393834"/>
                    <a:gd name="connsiteY12" fmla="*/ 250342 h 279929"/>
                    <a:gd name="connsiteX13" fmla="*/ 5739 w 393834"/>
                    <a:gd name="connsiteY13" fmla="*/ 81166 h 279929"/>
                    <a:gd name="connsiteX14" fmla="*/ 864 w 393834"/>
                    <a:gd name="connsiteY14" fmla="*/ 1956 h 279929"/>
                    <a:gd name="connsiteX15" fmla="*/ 1839 w 393834"/>
                    <a:gd name="connsiteY15" fmla="*/ 0 h 279929"/>
                    <a:gd name="connsiteX16" fmla="*/ 1839 w 393834"/>
                    <a:gd name="connsiteY16" fmla="*/ 0 h 2799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93834" h="279929">
                      <a:moveTo>
                        <a:pt x="1839" y="0"/>
                      </a:moveTo>
                      <a:cubicBezTo>
                        <a:pt x="2814" y="0"/>
                        <a:pt x="2814" y="0"/>
                        <a:pt x="1839" y="0"/>
                      </a:cubicBezTo>
                      <a:cubicBezTo>
                        <a:pt x="2814" y="978"/>
                        <a:pt x="1839" y="1956"/>
                        <a:pt x="1839" y="3912"/>
                      </a:cubicBezTo>
                      <a:cubicBezTo>
                        <a:pt x="1839" y="5867"/>
                        <a:pt x="-111" y="48895"/>
                        <a:pt x="22316" y="93878"/>
                      </a:cubicBezTo>
                      <a:cubicBezTo>
                        <a:pt x="44744" y="140818"/>
                        <a:pt x="84724" y="189713"/>
                        <a:pt x="149081" y="221983"/>
                      </a:cubicBezTo>
                      <a:cubicBezTo>
                        <a:pt x="209538" y="251320"/>
                        <a:pt x="269020" y="256210"/>
                        <a:pt x="312900" y="251320"/>
                      </a:cubicBezTo>
                      <a:cubicBezTo>
                        <a:pt x="355805" y="246431"/>
                        <a:pt x="387984" y="230784"/>
                        <a:pt x="391885" y="228829"/>
                      </a:cubicBezTo>
                      <a:cubicBezTo>
                        <a:pt x="393835" y="227851"/>
                        <a:pt x="393835" y="227851"/>
                        <a:pt x="393835" y="227851"/>
                      </a:cubicBezTo>
                      <a:cubicBezTo>
                        <a:pt x="393835" y="227851"/>
                        <a:pt x="393835" y="227851"/>
                        <a:pt x="393835" y="227851"/>
                      </a:cubicBezTo>
                      <a:cubicBezTo>
                        <a:pt x="393835" y="227851"/>
                        <a:pt x="392860" y="228829"/>
                        <a:pt x="391885" y="228829"/>
                      </a:cubicBezTo>
                      <a:cubicBezTo>
                        <a:pt x="390909" y="229807"/>
                        <a:pt x="388959" y="231762"/>
                        <a:pt x="386034" y="233718"/>
                      </a:cubicBezTo>
                      <a:cubicBezTo>
                        <a:pt x="381158" y="237630"/>
                        <a:pt x="371407" y="246431"/>
                        <a:pt x="337278" y="261099"/>
                      </a:cubicBezTo>
                      <a:cubicBezTo>
                        <a:pt x="289498" y="281635"/>
                        <a:pt x="208563" y="294348"/>
                        <a:pt x="128604" y="250342"/>
                      </a:cubicBezTo>
                      <a:cubicBezTo>
                        <a:pt x="51570" y="208293"/>
                        <a:pt x="17441" y="135928"/>
                        <a:pt x="5739" y="81166"/>
                      </a:cubicBezTo>
                      <a:cubicBezTo>
                        <a:pt x="-3037" y="39116"/>
                        <a:pt x="864" y="4890"/>
                        <a:pt x="864" y="1956"/>
                      </a:cubicBezTo>
                      <a:cubicBezTo>
                        <a:pt x="1839" y="978"/>
                        <a:pt x="1839" y="978"/>
                        <a:pt x="1839" y="0"/>
                      </a:cubicBezTo>
                      <a:cubicBezTo>
                        <a:pt x="1839" y="0"/>
                        <a:pt x="1839" y="0"/>
                        <a:pt x="183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7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68120F05-76D7-2B81-5A38-9F229BAE78BE}"/>
                  </a:ext>
                </a:extLst>
              </p:cNvPr>
              <p:cNvSpPr/>
              <p:nvPr/>
            </p:nvSpPr>
            <p:spPr>
              <a:xfrm>
                <a:off x="341507" y="4535011"/>
                <a:ext cx="361767" cy="157441"/>
              </a:xfrm>
              <a:custGeom>
                <a:avLst/>
                <a:gdLst>
                  <a:gd name="connsiteX0" fmla="*/ 201849 w 361767"/>
                  <a:gd name="connsiteY0" fmla="*/ 154508 h 157441"/>
                  <a:gd name="connsiteX1" fmla="*/ 201849 w 361767"/>
                  <a:gd name="connsiteY1" fmla="*/ 93878 h 157441"/>
                  <a:gd name="connsiteX2" fmla="*/ 245729 w 361767"/>
                  <a:gd name="connsiteY2" fmla="*/ 0 h 157441"/>
                  <a:gd name="connsiteX3" fmla="*/ 211600 w 361767"/>
                  <a:gd name="connsiteY3" fmla="*/ 0 h 157441"/>
                  <a:gd name="connsiteX4" fmla="*/ 185272 w 361767"/>
                  <a:gd name="connsiteY4" fmla="*/ 61608 h 157441"/>
                  <a:gd name="connsiteX5" fmla="*/ 158944 w 361767"/>
                  <a:gd name="connsiteY5" fmla="*/ 0 h 157441"/>
                  <a:gd name="connsiteX6" fmla="*/ 123840 w 361767"/>
                  <a:gd name="connsiteY6" fmla="*/ 0 h 157441"/>
                  <a:gd name="connsiteX7" fmla="*/ 167720 w 361767"/>
                  <a:gd name="connsiteY7" fmla="*/ 93878 h 157441"/>
                  <a:gd name="connsiteX8" fmla="*/ 167720 w 361767"/>
                  <a:gd name="connsiteY8" fmla="*/ 154508 h 157441"/>
                  <a:gd name="connsiteX9" fmla="*/ 201849 w 361767"/>
                  <a:gd name="connsiteY9" fmla="*/ 154508 h 157441"/>
                  <a:gd name="connsiteX10" fmla="*/ 81910 w 361767"/>
                  <a:gd name="connsiteY10" fmla="*/ 88989 h 157441"/>
                  <a:gd name="connsiteX11" fmla="*/ 35104 w 361767"/>
                  <a:gd name="connsiteY11" fmla="*/ 978 h 157441"/>
                  <a:gd name="connsiteX12" fmla="*/ 35104 w 361767"/>
                  <a:gd name="connsiteY12" fmla="*/ 0 h 157441"/>
                  <a:gd name="connsiteX13" fmla="*/ 0 w 361767"/>
                  <a:gd name="connsiteY13" fmla="*/ 0 h 157441"/>
                  <a:gd name="connsiteX14" fmla="*/ 0 w 361767"/>
                  <a:gd name="connsiteY14" fmla="*/ 155486 h 157441"/>
                  <a:gd name="connsiteX15" fmla="*/ 31204 w 361767"/>
                  <a:gd name="connsiteY15" fmla="*/ 155486 h 157441"/>
                  <a:gd name="connsiteX16" fmla="*/ 31204 w 361767"/>
                  <a:gd name="connsiteY16" fmla="*/ 63564 h 157441"/>
                  <a:gd name="connsiteX17" fmla="*/ 81910 w 361767"/>
                  <a:gd name="connsiteY17" fmla="*/ 154508 h 157441"/>
                  <a:gd name="connsiteX18" fmla="*/ 82885 w 361767"/>
                  <a:gd name="connsiteY18" fmla="*/ 155486 h 157441"/>
                  <a:gd name="connsiteX19" fmla="*/ 114088 w 361767"/>
                  <a:gd name="connsiteY19" fmla="*/ 155486 h 157441"/>
                  <a:gd name="connsiteX20" fmla="*/ 114088 w 361767"/>
                  <a:gd name="connsiteY20" fmla="*/ 0 h 157441"/>
                  <a:gd name="connsiteX21" fmla="*/ 82885 w 361767"/>
                  <a:gd name="connsiteY21" fmla="*/ 0 h 157441"/>
                  <a:gd name="connsiteX22" fmla="*/ 82885 w 361767"/>
                  <a:gd name="connsiteY22" fmla="*/ 88989 h 157441"/>
                  <a:gd name="connsiteX23" fmla="*/ 361767 w 361767"/>
                  <a:gd name="connsiteY23" fmla="*/ 100724 h 157441"/>
                  <a:gd name="connsiteX24" fmla="*/ 361767 w 361767"/>
                  <a:gd name="connsiteY24" fmla="*/ 0 h 157441"/>
                  <a:gd name="connsiteX25" fmla="*/ 328613 w 361767"/>
                  <a:gd name="connsiteY25" fmla="*/ 0 h 157441"/>
                  <a:gd name="connsiteX26" fmla="*/ 328613 w 361767"/>
                  <a:gd name="connsiteY26" fmla="*/ 99746 h 157441"/>
                  <a:gd name="connsiteX27" fmla="*/ 309111 w 361767"/>
                  <a:gd name="connsiteY27" fmla="*/ 128105 h 157441"/>
                  <a:gd name="connsiteX28" fmla="*/ 289609 w 361767"/>
                  <a:gd name="connsiteY28" fmla="*/ 99746 h 157441"/>
                  <a:gd name="connsiteX29" fmla="*/ 289609 w 361767"/>
                  <a:gd name="connsiteY29" fmla="*/ 0 h 157441"/>
                  <a:gd name="connsiteX30" fmla="*/ 255480 w 361767"/>
                  <a:gd name="connsiteY30" fmla="*/ 0 h 157441"/>
                  <a:gd name="connsiteX31" fmla="*/ 255480 w 361767"/>
                  <a:gd name="connsiteY31" fmla="*/ 100724 h 157441"/>
                  <a:gd name="connsiteX32" fmla="*/ 309111 w 361767"/>
                  <a:gd name="connsiteY32" fmla="*/ 157442 h 157441"/>
                  <a:gd name="connsiteX33" fmla="*/ 361767 w 361767"/>
                  <a:gd name="connsiteY33" fmla="*/ 100724 h 157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361767" h="157441">
                    <a:moveTo>
                      <a:pt x="201849" y="154508"/>
                    </a:moveTo>
                    <a:lnTo>
                      <a:pt x="201849" y="93878"/>
                    </a:lnTo>
                    <a:lnTo>
                      <a:pt x="245729" y="0"/>
                    </a:lnTo>
                    <a:lnTo>
                      <a:pt x="211600" y="0"/>
                    </a:lnTo>
                    <a:lnTo>
                      <a:pt x="185272" y="61608"/>
                    </a:lnTo>
                    <a:lnTo>
                      <a:pt x="158944" y="0"/>
                    </a:lnTo>
                    <a:lnTo>
                      <a:pt x="123840" y="0"/>
                    </a:lnTo>
                    <a:lnTo>
                      <a:pt x="167720" y="93878"/>
                    </a:lnTo>
                    <a:lnTo>
                      <a:pt x="167720" y="154508"/>
                    </a:lnTo>
                    <a:lnTo>
                      <a:pt x="201849" y="154508"/>
                    </a:lnTo>
                    <a:close/>
                    <a:moveTo>
                      <a:pt x="81910" y="88989"/>
                    </a:moveTo>
                    <a:cubicBezTo>
                      <a:pt x="71183" y="67475"/>
                      <a:pt x="37054" y="3912"/>
                      <a:pt x="35104" y="978"/>
                    </a:cubicBezTo>
                    <a:lnTo>
                      <a:pt x="35104" y="0"/>
                    </a:lnTo>
                    <a:lnTo>
                      <a:pt x="0" y="0"/>
                    </a:lnTo>
                    <a:lnTo>
                      <a:pt x="0" y="155486"/>
                    </a:lnTo>
                    <a:lnTo>
                      <a:pt x="31204" y="155486"/>
                    </a:lnTo>
                    <a:lnTo>
                      <a:pt x="31204" y="63564"/>
                    </a:lnTo>
                    <a:cubicBezTo>
                      <a:pt x="42905" y="85077"/>
                      <a:pt x="79959" y="150597"/>
                      <a:pt x="81910" y="154508"/>
                    </a:cubicBezTo>
                    <a:lnTo>
                      <a:pt x="82885" y="155486"/>
                    </a:lnTo>
                    <a:lnTo>
                      <a:pt x="114088" y="155486"/>
                    </a:lnTo>
                    <a:lnTo>
                      <a:pt x="114088" y="0"/>
                    </a:lnTo>
                    <a:lnTo>
                      <a:pt x="82885" y="0"/>
                    </a:lnTo>
                    <a:lnTo>
                      <a:pt x="82885" y="88989"/>
                    </a:lnTo>
                    <a:close/>
                    <a:moveTo>
                      <a:pt x="361767" y="100724"/>
                    </a:moveTo>
                    <a:lnTo>
                      <a:pt x="361767" y="0"/>
                    </a:lnTo>
                    <a:lnTo>
                      <a:pt x="328613" y="0"/>
                    </a:lnTo>
                    <a:lnTo>
                      <a:pt x="328613" y="99746"/>
                    </a:lnTo>
                    <a:cubicBezTo>
                      <a:pt x="328613" y="120282"/>
                      <a:pt x="322763" y="128105"/>
                      <a:pt x="309111" y="128105"/>
                    </a:cubicBezTo>
                    <a:cubicBezTo>
                      <a:pt x="294484" y="128105"/>
                      <a:pt x="289609" y="120282"/>
                      <a:pt x="289609" y="99746"/>
                    </a:cubicBezTo>
                    <a:lnTo>
                      <a:pt x="289609" y="0"/>
                    </a:lnTo>
                    <a:lnTo>
                      <a:pt x="255480" y="0"/>
                    </a:lnTo>
                    <a:lnTo>
                      <a:pt x="255480" y="100724"/>
                    </a:lnTo>
                    <a:cubicBezTo>
                      <a:pt x="255480" y="137884"/>
                      <a:pt x="274007" y="157442"/>
                      <a:pt x="309111" y="157442"/>
                    </a:cubicBezTo>
                    <a:cubicBezTo>
                      <a:pt x="344215" y="157442"/>
                      <a:pt x="361767" y="138862"/>
                      <a:pt x="361767" y="1007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" name="Graphic 6">
              <a:extLst>
                <a:ext uri="{FF2B5EF4-FFF2-40B4-BE49-F238E27FC236}">
                  <a16:creationId xmlns:a16="http://schemas.microsoft.com/office/drawing/2014/main" id="{48CB6709-8540-ACAD-A227-0A3B68184A6D}"/>
                </a:ext>
              </a:extLst>
            </p:cNvPr>
            <p:cNvGrpSpPr/>
            <p:nvPr/>
          </p:nvGrpSpPr>
          <p:grpSpPr>
            <a:xfrm>
              <a:off x="898297" y="4574127"/>
              <a:ext cx="765464" cy="118325"/>
              <a:chOff x="898297" y="4574127"/>
              <a:chExt cx="765464" cy="118325"/>
            </a:xfrm>
            <a:solidFill>
              <a:srgbClr val="FFFFFF"/>
            </a:solidFill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5A782451-3A70-F12E-9B25-0A575E36FF50}"/>
                  </a:ext>
                </a:extLst>
              </p:cNvPr>
              <p:cNvSpPr/>
              <p:nvPr/>
            </p:nvSpPr>
            <p:spPr>
              <a:xfrm>
                <a:off x="898297" y="4575105"/>
                <a:ext cx="67282" cy="115392"/>
              </a:xfrm>
              <a:custGeom>
                <a:avLst/>
                <a:gdLst>
                  <a:gd name="connsiteX0" fmla="*/ 34129 w 67282"/>
                  <a:gd name="connsiteY0" fmla="*/ 115392 h 115392"/>
                  <a:gd name="connsiteX1" fmla="*/ 0 w 67282"/>
                  <a:gd name="connsiteY1" fmla="*/ 115392 h 115392"/>
                  <a:gd name="connsiteX2" fmla="*/ 0 w 67282"/>
                  <a:gd name="connsiteY2" fmla="*/ 1956 h 115392"/>
                  <a:gd name="connsiteX3" fmla="*/ 34129 w 67282"/>
                  <a:gd name="connsiteY3" fmla="*/ 1956 h 115392"/>
                  <a:gd name="connsiteX4" fmla="*/ 34129 w 67282"/>
                  <a:gd name="connsiteY4" fmla="*/ 16624 h 115392"/>
                  <a:gd name="connsiteX5" fmla="*/ 64358 w 67282"/>
                  <a:gd name="connsiteY5" fmla="*/ 0 h 115392"/>
                  <a:gd name="connsiteX6" fmla="*/ 66308 w 67282"/>
                  <a:gd name="connsiteY6" fmla="*/ 0 h 115392"/>
                  <a:gd name="connsiteX7" fmla="*/ 67283 w 67282"/>
                  <a:gd name="connsiteY7" fmla="*/ 0 h 115392"/>
                  <a:gd name="connsiteX8" fmla="*/ 67283 w 67282"/>
                  <a:gd name="connsiteY8" fmla="*/ 28359 h 115392"/>
                  <a:gd name="connsiteX9" fmla="*/ 65333 w 67282"/>
                  <a:gd name="connsiteY9" fmla="*/ 28359 h 115392"/>
                  <a:gd name="connsiteX10" fmla="*/ 59482 w 67282"/>
                  <a:gd name="connsiteY10" fmla="*/ 27381 h 115392"/>
                  <a:gd name="connsiteX11" fmla="*/ 34129 w 67282"/>
                  <a:gd name="connsiteY11" fmla="*/ 39116 h 115392"/>
                  <a:gd name="connsiteX12" fmla="*/ 34129 w 67282"/>
                  <a:gd name="connsiteY12" fmla="*/ 115392 h 115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7282" h="115392">
                    <a:moveTo>
                      <a:pt x="34129" y="115392"/>
                    </a:moveTo>
                    <a:lnTo>
                      <a:pt x="0" y="115392"/>
                    </a:lnTo>
                    <a:lnTo>
                      <a:pt x="0" y="1956"/>
                    </a:lnTo>
                    <a:lnTo>
                      <a:pt x="34129" y="1956"/>
                    </a:lnTo>
                    <a:lnTo>
                      <a:pt x="34129" y="16624"/>
                    </a:lnTo>
                    <a:cubicBezTo>
                      <a:pt x="39980" y="7823"/>
                      <a:pt x="48756" y="0"/>
                      <a:pt x="64358" y="0"/>
                    </a:cubicBezTo>
                    <a:cubicBezTo>
                      <a:pt x="64358" y="0"/>
                      <a:pt x="66308" y="0"/>
                      <a:pt x="66308" y="0"/>
                    </a:cubicBezTo>
                    <a:lnTo>
                      <a:pt x="67283" y="0"/>
                    </a:lnTo>
                    <a:lnTo>
                      <a:pt x="67283" y="28359"/>
                    </a:lnTo>
                    <a:lnTo>
                      <a:pt x="65333" y="28359"/>
                    </a:lnTo>
                    <a:cubicBezTo>
                      <a:pt x="64358" y="28359"/>
                      <a:pt x="60457" y="27381"/>
                      <a:pt x="59482" y="27381"/>
                    </a:cubicBezTo>
                    <a:cubicBezTo>
                      <a:pt x="45830" y="27381"/>
                      <a:pt x="37054" y="35204"/>
                      <a:pt x="34129" y="39116"/>
                    </a:cubicBezTo>
                    <a:lnTo>
                      <a:pt x="34129" y="115392"/>
                    </a:ln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8ED47201-57D7-737E-B667-B009E87E43FA}"/>
                  </a:ext>
                </a:extLst>
              </p:cNvPr>
              <p:cNvSpPr/>
              <p:nvPr/>
            </p:nvSpPr>
            <p:spPr>
              <a:xfrm>
                <a:off x="1182055" y="4576083"/>
                <a:ext cx="93659" cy="116370"/>
              </a:xfrm>
              <a:custGeom>
                <a:avLst/>
                <a:gdLst>
                  <a:gd name="connsiteX0" fmla="*/ 48756 w 93659"/>
                  <a:gd name="connsiteY0" fmla="*/ 116370 h 116370"/>
                  <a:gd name="connsiteX1" fmla="*/ 975 w 93659"/>
                  <a:gd name="connsiteY1" fmla="*/ 96812 h 116370"/>
                  <a:gd name="connsiteX2" fmla="*/ 0 w 93659"/>
                  <a:gd name="connsiteY2" fmla="*/ 95834 h 116370"/>
                  <a:gd name="connsiteX3" fmla="*/ 17552 w 93659"/>
                  <a:gd name="connsiteY3" fmla="*/ 77254 h 116370"/>
                  <a:gd name="connsiteX4" fmla="*/ 18527 w 93659"/>
                  <a:gd name="connsiteY4" fmla="*/ 78232 h 116370"/>
                  <a:gd name="connsiteX5" fmla="*/ 48756 w 93659"/>
                  <a:gd name="connsiteY5" fmla="*/ 92901 h 116370"/>
                  <a:gd name="connsiteX6" fmla="*/ 62407 w 93659"/>
                  <a:gd name="connsiteY6" fmla="*/ 84099 h 116370"/>
                  <a:gd name="connsiteX7" fmla="*/ 41930 w 93659"/>
                  <a:gd name="connsiteY7" fmla="*/ 70409 h 116370"/>
                  <a:gd name="connsiteX8" fmla="*/ 4876 w 93659"/>
                  <a:gd name="connsiteY8" fmla="*/ 34227 h 116370"/>
                  <a:gd name="connsiteX9" fmla="*/ 47781 w 93659"/>
                  <a:gd name="connsiteY9" fmla="*/ 0 h 116370"/>
                  <a:gd name="connsiteX10" fmla="*/ 89711 w 93659"/>
                  <a:gd name="connsiteY10" fmla="*/ 17602 h 116370"/>
                  <a:gd name="connsiteX11" fmla="*/ 90686 w 93659"/>
                  <a:gd name="connsiteY11" fmla="*/ 18580 h 116370"/>
                  <a:gd name="connsiteX12" fmla="*/ 73134 w 93659"/>
                  <a:gd name="connsiteY12" fmla="*/ 37160 h 116370"/>
                  <a:gd name="connsiteX13" fmla="*/ 72158 w 93659"/>
                  <a:gd name="connsiteY13" fmla="*/ 36182 h 116370"/>
                  <a:gd name="connsiteX14" fmla="*/ 47781 w 93659"/>
                  <a:gd name="connsiteY14" fmla="*/ 24448 h 116370"/>
                  <a:gd name="connsiteX15" fmla="*/ 37054 w 93659"/>
                  <a:gd name="connsiteY15" fmla="*/ 32271 h 116370"/>
                  <a:gd name="connsiteX16" fmla="*/ 56557 w 93659"/>
                  <a:gd name="connsiteY16" fmla="*/ 45961 h 116370"/>
                  <a:gd name="connsiteX17" fmla="*/ 93611 w 93659"/>
                  <a:gd name="connsiteY17" fmla="*/ 82144 h 116370"/>
                  <a:gd name="connsiteX18" fmla="*/ 48756 w 93659"/>
                  <a:gd name="connsiteY18" fmla="*/ 116370 h 116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3659" h="116370">
                    <a:moveTo>
                      <a:pt x="48756" y="116370"/>
                    </a:moveTo>
                    <a:cubicBezTo>
                      <a:pt x="27303" y="116370"/>
                      <a:pt x="12677" y="110503"/>
                      <a:pt x="975" y="96812"/>
                    </a:cubicBezTo>
                    <a:lnTo>
                      <a:pt x="0" y="95834"/>
                    </a:lnTo>
                    <a:lnTo>
                      <a:pt x="17552" y="77254"/>
                    </a:lnTo>
                    <a:lnTo>
                      <a:pt x="18527" y="78232"/>
                    </a:lnTo>
                    <a:cubicBezTo>
                      <a:pt x="27303" y="87033"/>
                      <a:pt x="39005" y="92901"/>
                      <a:pt x="48756" y="92901"/>
                    </a:cubicBezTo>
                    <a:cubicBezTo>
                      <a:pt x="54606" y="92901"/>
                      <a:pt x="62407" y="90945"/>
                      <a:pt x="62407" y="84099"/>
                    </a:cubicBezTo>
                    <a:cubicBezTo>
                      <a:pt x="62407" y="76276"/>
                      <a:pt x="53631" y="73343"/>
                      <a:pt x="41930" y="70409"/>
                    </a:cubicBezTo>
                    <a:cubicBezTo>
                      <a:pt x="25353" y="65519"/>
                      <a:pt x="4876" y="59652"/>
                      <a:pt x="4876" y="34227"/>
                    </a:cubicBezTo>
                    <a:cubicBezTo>
                      <a:pt x="4876" y="10757"/>
                      <a:pt x="26328" y="0"/>
                      <a:pt x="47781" y="0"/>
                    </a:cubicBezTo>
                    <a:cubicBezTo>
                      <a:pt x="63382" y="0"/>
                      <a:pt x="79959" y="6845"/>
                      <a:pt x="89711" y="17602"/>
                    </a:cubicBezTo>
                    <a:lnTo>
                      <a:pt x="90686" y="18580"/>
                    </a:lnTo>
                    <a:lnTo>
                      <a:pt x="73134" y="37160"/>
                    </a:lnTo>
                    <a:lnTo>
                      <a:pt x="72158" y="36182"/>
                    </a:lnTo>
                    <a:cubicBezTo>
                      <a:pt x="63382" y="27381"/>
                      <a:pt x="55582" y="24448"/>
                      <a:pt x="47781" y="24448"/>
                    </a:cubicBezTo>
                    <a:cubicBezTo>
                      <a:pt x="43880" y="24448"/>
                      <a:pt x="37054" y="25425"/>
                      <a:pt x="37054" y="32271"/>
                    </a:cubicBezTo>
                    <a:cubicBezTo>
                      <a:pt x="37054" y="40094"/>
                      <a:pt x="45830" y="42050"/>
                      <a:pt x="56557" y="45961"/>
                    </a:cubicBezTo>
                    <a:cubicBezTo>
                      <a:pt x="73134" y="50851"/>
                      <a:pt x="93611" y="56718"/>
                      <a:pt x="93611" y="82144"/>
                    </a:cubicBezTo>
                    <a:cubicBezTo>
                      <a:pt x="94586" y="98768"/>
                      <a:pt x="80935" y="116370"/>
                      <a:pt x="48756" y="1163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C4656448-0833-B315-04D4-7F1501B6F6CF}"/>
                  </a:ext>
                </a:extLst>
              </p:cNvPr>
              <p:cNvSpPr/>
              <p:nvPr/>
            </p:nvSpPr>
            <p:spPr>
              <a:xfrm>
                <a:off x="1079668" y="4576083"/>
                <a:ext cx="93659" cy="116370"/>
              </a:xfrm>
              <a:custGeom>
                <a:avLst/>
                <a:gdLst>
                  <a:gd name="connsiteX0" fmla="*/ 48756 w 93659"/>
                  <a:gd name="connsiteY0" fmla="*/ 116370 h 116370"/>
                  <a:gd name="connsiteX1" fmla="*/ 975 w 93659"/>
                  <a:gd name="connsiteY1" fmla="*/ 96812 h 116370"/>
                  <a:gd name="connsiteX2" fmla="*/ 0 w 93659"/>
                  <a:gd name="connsiteY2" fmla="*/ 95834 h 116370"/>
                  <a:gd name="connsiteX3" fmla="*/ 17552 w 93659"/>
                  <a:gd name="connsiteY3" fmla="*/ 77254 h 116370"/>
                  <a:gd name="connsiteX4" fmla="*/ 18527 w 93659"/>
                  <a:gd name="connsiteY4" fmla="*/ 78232 h 116370"/>
                  <a:gd name="connsiteX5" fmla="*/ 48756 w 93659"/>
                  <a:gd name="connsiteY5" fmla="*/ 92901 h 116370"/>
                  <a:gd name="connsiteX6" fmla="*/ 62407 w 93659"/>
                  <a:gd name="connsiteY6" fmla="*/ 84099 h 116370"/>
                  <a:gd name="connsiteX7" fmla="*/ 41930 w 93659"/>
                  <a:gd name="connsiteY7" fmla="*/ 70409 h 116370"/>
                  <a:gd name="connsiteX8" fmla="*/ 4876 w 93659"/>
                  <a:gd name="connsiteY8" fmla="*/ 34227 h 116370"/>
                  <a:gd name="connsiteX9" fmla="*/ 47781 w 93659"/>
                  <a:gd name="connsiteY9" fmla="*/ 0 h 116370"/>
                  <a:gd name="connsiteX10" fmla="*/ 89711 w 93659"/>
                  <a:gd name="connsiteY10" fmla="*/ 17602 h 116370"/>
                  <a:gd name="connsiteX11" fmla="*/ 90686 w 93659"/>
                  <a:gd name="connsiteY11" fmla="*/ 18580 h 116370"/>
                  <a:gd name="connsiteX12" fmla="*/ 73134 w 93659"/>
                  <a:gd name="connsiteY12" fmla="*/ 37160 h 116370"/>
                  <a:gd name="connsiteX13" fmla="*/ 72158 w 93659"/>
                  <a:gd name="connsiteY13" fmla="*/ 36182 h 116370"/>
                  <a:gd name="connsiteX14" fmla="*/ 47781 w 93659"/>
                  <a:gd name="connsiteY14" fmla="*/ 24448 h 116370"/>
                  <a:gd name="connsiteX15" fmla="*/ 37054 w 93659"/>
                  <a:gd name="connsiteY15" fmla="*/ 32271 h 116370"/>
                  <a:gd name="connsiteX16" fmla="*/ 56557 w 93659"/>
                  <a:gd name="connsiteY16" fmla="*/ 45961 h 116370"/>
                  <a:gd name="connsiteX17" fmla="*/ 93611 w 93659"/>
                  <a:gd name="connsiteY17" fmla="*/ 82144 h 116370"/>
                  <a:gd name="connsiteX18" fmla="*/ 48756 w 93659"/>
                  <a:gd name="connsiteY18" fmla="*/ 116370 h 116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3659" h="116370">
                    <a:moveTo>
                      <a:pt x="48756" y="116370"/>
                    </a:moveTo>
                    <a:cubicBezTo>
                      <a:pt x="27303" y="116370"/>
                      <a:pt x="12677" y="110503"/>
                      <a:pt x="975" y="96812"/>
                    </a:cubicBezTo>
                    <a:lnTo>
                      <a:pt x="0" y="95834"/>
                    </a:lnTo>
                    <a:lnTo>
                      <a:pt x="17552" y="77254"/>
                    </a:lnTo>
                    <a:lnTo>
                      <a:pt x="18527" y="78232"/>
                    </a:lnTo>
                    <a:cubicBezTo>
                      <a:pt x="27303" y="87033"/>
                      <a:pt x="39005" y="92901"/>
                      <a:pt x="48756" y="92901"/>
                    </a:cubicBezTo>
                    <a:cubicBezTo>
                      <a:pt x="54606" y="92901"/>
                      <a:pt x="62407" y="90945"/>
                      <a:pt x="62407" y="84099"/>
                    </a:cubicBezTo>
                    <a:cubicBezTo>
                      <a:pt x="62407" y="76276"/>
                      <a:pt x="53631" y="73343"/>
                      <a:pt x="41930" y="70409"/>
                    </a:cubicBezTo>
                    <a:cubicBezTo>
                      <a:pt x="25353" y="65519"/>
                      <a:pt x="4876" y="59652"/>
                      <a:pt x="4876" y="34227"/>
                    </a:cubicBezTo>
                    <a:cubicBezTo>
                      <a:pt x="4876" y="10757"/>
                      <a:pt x="26328" y="0"/>
                      <a:pt x="47781" y="0"/>
                    </a:cubicBezTo>
                    <a:cubicBezTo>
                      <a:pt x="63382" y="0"/>
                      <a:pt x="79959" y="6845"/>
                      <a:pt x="89711" y="17602"/>
                    </a:cubicBezTo>
                    <a:lnTo>
                      <a:pt x="90686" y="18580"/>
                    </a:lnTo>
                    <a:lnTo>
                      <a:pt x="73134" y="37160"/>
                    </a:lnTo>
                    <a:lnTo>
                      <a:pt x="72158" y="36182"/>
                    </a:lnTo>
                    <a:cubicBezTo>
                      <a:pt x="63382" y="27381"/>
                      <a:pt x="55582" y="24448"/>
                      <a:pt x="47781" y="24448"/>
                    </a:cubicBezTo>
                    <a:cubicBezTo>
                      <a:pt x="43880" y="24448"/>
                      <a:pt x="37054" y="25425"/>
                      <a:pt x="37054" y="32271"/>
                    </a:cubicBezTo>
                    <a:cubicBezTo>
                      <a:pt x="37054" y="40094"/>
                      <a:pt x="45830" y="42050"/>
                      <a:pt x="56557" y="45961"/>
                    </a:cubicBezTo>
                    <a:cubicBezTo>
                      <a:pt x="73134" y="50851"/>
                      <a:pt x="93611" y="56718"/>
                      <a:pt x="93611" y="82144"/>
                    </a:cubicBezTo>
                    <a:cubicBezTo>
                      <a:pt x="94586" y="98768"/>
                      <a:pt x="80935" y="116370"/>
                      <a:pt x="48756" y="1163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EFF12B62-0414-B1CB-FB61-8A04EC6008F5}"/>
                  </a:ext>
                </a:extLst>
              </p:cNvPr>
              <p:cNvSpPr/>
              <p:nvPr/>
            </p:nvSpPr>
            <p:spPr>
              <a:xfrm>
                <a:off x="1291268" y="4574127"/>
                <a:ext cx="152117" cy="118325"/>
              </a:xfrm>
              <a:custGeom>
                <a:avLst/>
                <a:gdLst>
                  <a:gd name="connsiteX0" fmla="*/ 152118 w 152117"/>
                  <a:gd name="connsiteY0" fmla="*/ 116370 h 118325"/>
                  <a:gd name="connsiteX1" fmla="*/ 118964 w 152117"/>
                  <a:gd name="connsiteY1" fmla="*/ 116370 h 118325"/>
                  <a:gd name="connsiteX2" fmla="*/ 118964 w 152117"/>
                  <a:gd name="connsiteY2" fmla="*/ 41072 h 118325"/>
                  <a:gd name="connsiteX3" fmla="*/ 110188 w 152117"/>
                  <a:gd name="connsiteY3" fmla="*/ 29337 h 118325"/>
                  <a:gd name="connsiteX4" fmla="*/ 93611 w 152117"/>
                  <a:gd name="connsiteY4" fmla="*/ 39116 h 118325"/>
                  <a:gd name="connsiteX5" fmla="*/ 93611 w 152117"/>
                  <a:gd name="connsiteY5" fmla="*/ 117348 h 118325"/>
                  <a:gd name="connsiteX6" fmla="*/ 59482 w 152117"/>
                  <a:gd name="connsiteY6" fmla="*/ 117348 h 118325"/>
                  <a:gd name="connsiteX7" fmla="*/ 59482 w 152117"/>
                  <a:gd name="connsiteY7" fmla="*/ 42050 h 118325"/>
                  <a:gd name="connsiteX8" fmla="*/ 51681 w 152117"/>
                  <a:gd name="connsiteY8" fmla="*/ 30315 h 118325"/>
                  <a:gd name="connsiteX9" fmla="*/ 34129 w 152117"/>
                  <a:gd name="connsiteY9" fmla="*/ 40094 h 118325"/>
                  <a:gd name="connsiteX10" fmla="*/ 34129 w 152117"/>
                  <a:gd name="connsiteY10" fmla="*/ 118326 h 118325"/>
                  <a:gd name="connsiteX11" fmla="*/ 0 w 152117"/>
                  <a:gd name="connsiteY11" fmla="*/ 118326 h 118325"/>
                  <a:gd name="connsiteX12" fmla="*/ 0 w 152117"/>
                  <a:gd name="connsiteY12" fmla="*/ 2934 h 118325"/>
                  <a:gd name="connsiteX13" fmla="*/ 34129 w 152117"/>
                  <a:gd name="connsiteY13" fmla="*/ 2934 h 118325"/>
                  <a:gd name="connsiteX14" fmla="*/ 34129 w 152117"/>
                  <a:gd name="connsiteY14" fmla="*/ 14669 h 118325"/>
                  <a:gd name="connsiteX15" fmla="*/ 65333 w 152117"/>
                  <a:gd name="connsiteY15" fmla="*/ 0 h 118325"/>
                  <a:gd name="connsiteX16" fmla="*/ 91661 w 152117"/>
                  <a:gd name="connsiteY16" fmla="*/ 15646 h 118325"/>
                  <a:gd name="connsiteX17" fmla="*/ 123840 w 152117"/>
                  <a:gd name="connsiteY17" fmla="*/ 0 h 118325"/>
                  <a:gd name="connsiteX18" fmla="*/ 152118 w 152117"/>
                  <a:gd name="connsiteY18" fmla="*/ 31293 h 118325"/>
                  <a:gd name="connsiteX19" fmla="*/ 152118 w 152117"/>
                  <a:gd name="connsiteY19" fmla="*/ 116370 h 118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52117" h="118325">
                    <a:moveTo>
                      <a:pt x="152118" y="116370"/>
                    </a:moveTo>
                    <a:lnTo>
                      <a:pt x="118964" y="116370"/>
                    </a:lnTo>
                    <a:lnTo>
                      <a:pt x="118964" y="41072"/>
                    </a:lnTo>
                    <a:cubicBezTo>
                      <a:pt x="118964" y="32271"/>
                      <a:pt x="117014" y="29337"/>
                      <a:pt x="110188" y="29337"/>
                    </a:cubicBezTo>
                    <a:cubicBezTo>
                      <a:pt x="104337" y="29337"/>
                      <a:pt x="97511" y="34227"/>
                      <a:pt x="93611" y="39116"/>
                    </a:cubicBezTo>
                    <a:lnTo>
                      <a:pt x="93611" y="117348"/>
                    </a:lnTo>
                    <a:lnTo>
                      <a:pt x="59482" y="117348"/>
                    </a:lnTo>
                    <a:lnTo>
                      <a:pt x="59482" y="42050"/>
                    </a:lnTo>
                    <a:cubicBezTo>
                      <a:pt x="59482" y="33249"/>
                      <a:pt x="57532" y="30315"/>
                      <a:pt x="51681" y="30315"/>
                    </a:cubicBezTo>
                    <a:cubicBezTo>
                      <a:pt x="45830" y="30315"/>
                      <a:pt x="39005" y="35204"/>
                      <a:pt x="34129" y="40094"/>
                    </a:cubicBezTo>
                    <a:lnTo>
                      <a:pt x="34129" y="118326"/>
                    </a:lnTo>
                    <a:lnTo>
                      <a:pt x="0" y="118326"/>
                    </a:lnTo>
                    <a:lnTo>
                      <a:pt x="0" y="2934"/>
                    </a:lnTo>
                    <a:lnTo>
                      <a:pt x="34129" y="2934"/>
                    </a:lnTo>
                    <a:lnTo>
                      <a:pt x="34129" y="14669"/>
                    </a:lnTo>
                    <a:cubicBezTo>
                      <a:pt x="40955" y="6845"/>
                      <a:pt x="51681" y="0"/>
                      <a:pt x="65333" y="0"/>
                    </a:cubicBezTo>
                    <a:cubicBezTo>
                      <a:pt x="79959" y="0"/>
                      <a:pt x="87760" y="3912"/>
                      <a:pt x="91661" y="15646"/>
                    </a:cubicBezTo>
                    <a:cubicBezTo>
                      <a:pt x="98487" y="6845"/>
                      <a:pt x="110188" y="0"/>
                      <a:pt x="123840" y="0"/>
                    </a:cubicBezTo>
                    <a:cubicBezTo>
                      <a:pt x="142367" y="0"/>
                      <a:pt x="152118" y="9779"/>
                      <a:pt x="152118" y="31293"/>
                    </a:cubicBezTo>
                    <a:lnTo>
                      <a:pt x="152118" y="116370"/>
                    </a:ln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2215476D-1352-5EE6-58AC-A4FFCB6F609C}"/>
                  </a:ext>
                </a:extLst>
              </p:cNvPr>
              <p:cNvSpPr/>
              <p:nvPr/>
            </p:nvSpPr>
            <p:spPr>
              <a:xfrm>
                <a:off x="1458012" y="4574127"/>
                <a:ext cx="96536" cy="117348"/>
              </a:xfrm>
              <a:custGeom>
                <a:avLst/>
                <a:gdLst>
                  <a:gd name="connsiteX0" fmla="*/ 28278 w 96536"/>
                  <a:gd name="connsiteY0" fmla="*/ 117348 h 117348"/>
                  <a:gd name="connsiteX1" fmla="*/ 0 w 96536"/>
                  <a:gd name="connsiteY1" fmla="*/ 88011 h 117348"/>
                  <a:gd name="connsiteX2" fmla="*/ 60457 w 96536"/>
                  <a:gd name="connsiteY2" fmla="*/ 42050 h 117348"/>
                  <a:gd name="connsiteX3" fmla="*/ 60457 w 96536"/>
                  <a:gd name="connsiteY3" fmla="*/ 38138 h 117348"/>
                  <a:gd name="connsiteX4" fmla="*/ 50706 w 96536"/>
                  <a:gd name="connsiteY4" fmla="*/ 26403 h 117348"/>
                  <a:gd name="connsiteX5" fmla="*/ 20477 w 96536"/>
                  <a:gd name="connsiteY5" fmla="*/ 38138 h 117348"/>
                  <a:gd name="connsiteX6" fmla="*/ 4876 w 96536"/>
                  <a:gd name="connsiteY6" fmla="*/ 17602 h 117348"/>
                  <a:gd name="connsiteX7" fmla="*/ 56557 w 96536"/>
                  <a:gd name="connsiteY7" fmla="*/ 0 h 117348"/>
                  <a:gd name="connsiteX8" fmla="*/ 93611 w 96536"/>
                  <a:gd name="connsiteY8" fmla="*/ 37160 h 117348"/>
                  <a:gd name="connsiteX9" fmla="*/ 93611 w 96536"/>
                  <a:gd name="connsiteY9" fmla="*/ 87033 h 117348"/>
                  <a:gd name="connsiteX10" fmla="*/ 96536 w 96536"/>
                  <a:gd name="connsiteY10" fmla="*/ 114414 h 117348"/>
                  <a:gd name="connsiteX11" fmla="*/ 96536 w 96536"/>
                  <a:gd name="connsiteY11" fmla="*/ 115392 h 117348"/>
                  <a:gd name="connsiteX12" fmla="*/ 63382 w 96536"/>
                  <a:gd name="connsiteY12" fmla="*/ 115392 h 117348"/>
                  <a:gd name="connsiteX13" fmla="*/ 61432 w 96536"/>
                  <a:gd name="connsiteY13" fmla="*/ 103657 h 117348"/>
                  <a:gd name="connsiteX14" fmla="*/ 28278 w 96536"/>
                  <a:gd name="connsiteY14" fmla="*/ 117348 h 117348"/>
                  <a:gd name="connsiteX15" fmla="*/ 60457 w 96536"/>
                  <a:gd name="connsiteY15" fmla="*/ 60630 h 117348"/>
                  <a:gd name="connsiteX16" fmla="*/ 32179 w 96536"/>
                  <a:gd name="connsiteY16" fmla="*/ 82144 h 117348"/>
                  <a:gd name="connsiteX17" fmla="*/ 41930 w 96536"/>
                  <a:gd name="connsiteY17" fmla="*/ 91923 h 117348"/>
                  <a:gd name="connsiteX18" fmla="*/ 60457 w 96536"/>
                  <a:gd name="connsiteY18" fmla="*/ 84099 h 117348"/>
                  <a:gd name="connsiteX19" fmla="*/ 60457 w 96536"/>
                  <a:gd name="connsiteY19" fmla="*/ 60630 h 117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6536" h="117348">
                    <a:moveTo>
                      <a:pt x="28278" y="117348"/>
                    </a:moveTo>
                    <a:cubicBezTo>
                      <a:pt x="9751" y="117348"/>
                      <a:pt x="0" y="107569"/>
                      <a:pt x="0" y="88011"/>
                    </a:cubicBezTo>
                    <a:cubicBezTo>
                      <a:pt x="0" y="64541"/>
                      <a:pt x="19502" y="49873"/>
                      <a:pt x="60457" y="42050"/>
                    </a:cubicBezTo>
                    <a:lnTo>
                      <a:pt x="60457" y="38138"/>
                    </a:lnTo>
                    <a:cubicBezTo>
                      <a:pt x="60457" y="29337"/>
                      <a:pt x="57532" y="26403"/>
                      <a:pt x="50706" y="26403"/>
                    </a:cubicBezTo>
                    <a:cubicBezTo>
                      <a:pt x="38029" y="26403"/>
                      <a:pt x="26328" y="34227"/>
                      <a:pt x="20477" y="38138"/>
                    </a:cubicBezTo>
                    <a:lnTo>
                      <a:pt x="4876" y="17602"/>
                    </a:lnTo>
                    <a:cubicBezTo>
                      <a:pt x="18527" y="5867"/>
                      <a:pt x="37054" y="0"/>
                      <a:pt x="56557" y="0"/>
                    </a:cubicBezTo>
                    <a:cubicBezTo>
                      <a:pt x="81910" y="0"/>
                      <a:pt x="93611" y="10757"/>
                      <a:pt x="93611" y="37160"/>
                    </a:cubicBezTo>
                    <a:lnTo>
                      <a:pt x="93611" y="87033"/>
                    </a:lnTo>
                    <a:cubicBezTo>
                      <a:pt x="93611" y="101702"/>
                      <a:pt x="94586" y="108547"/>
                      <a:pt x="96536" y="114414"/>
                    </a:cubicBezTo>
                    <a:lnTo>
                      <a:pt x="96536" y="115392"/>
                    </a:lnTo>
                    <a:cubicBezTo>
                      <a:pt x="96536" y="115392"/>
                      <a:pt x="63382" y="115392"/>
                      <a:pt x="63382" y="115392"/>
                    </a:cubicBezTo>
                    <a:cubicBezTo>
                      <a:pt x="62407" y="112459"/>
                      <a:pt x="61432" y="108547"/>
                      <a:pt x="61432" y="103657"/>
                    </a:cubicBezTo>
                    <a:cubicBezTo>
                      <a:pt x="51681" y="113436"/>
                      <a:pt x="40955" y="117348"/>
                      <a:pt x="28278" y="117348"/>
                    </a:cubicBezTo>
                    <a:close/>
                    <a:moveTo>
                      <a:pt x="60457" y="60630"/>
                    </a:moveTo>
                    <a:cubicBezTo>
                      <a:pt x="40955" y="64541"/>
                      <a:pt x="32179" y="71387"/>
                      <a:pt x="32179" y="82144"/>
                    </a:cubicBezTo>
                    <a:cubicBezTo>
                      <a:pt x="32179" y="88989"/>
                      <a:pt x="35104" y="91923"/>
                      <a:pt x="41930" y="91923"/>
                    </a:cubicBezTo>
                    <a:cubicBezTo>
                      <a:pt x="48756" y="91923"/>
                      <a:pt x="54606" y="88989"/>
                      <a:pt x="60457" y="84099"/>
                    </a:cubicBezTo>
                    <a:lnTo>
                      <a:pt x="60457" y="60630"/>
                    </a:ln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BCC32CF3-CF8B-C71C-048E-BDBBE403880B}"/>
                  </a:ext>
                </a:extLst>
              </p:cNvPr>
              <p:cNvSpPr/>
              <p:nvPr/>
            </p:nvSpPr>
            <p:spPr>
              <a:xfrm>
                <a:off x="971430" y="4575105"/>
                <a:ext cx="99461" cy="117347"/>
              </a:xfrm>
              <a:custGeom>
                <a:avLst/>
                <a:gdLst>
                  <a:gd name="connsiteX0" fmla="*/ 49731 w 99461"/>
                  <a:gd name="connsiteY0" fmla="*/ 0 h 117347"/>
                  <a:gd name="connsiteX1" fmla="*/ 0 w 99461"/>
                  <a:gd name="connsiteY1" fmla="*/ 58674 h 117347"/>
                  <a:gd name="connsiteX2" fmla="*/ 49731 w 99461"/>
                  <a:gd name="connsiteY2" fmla="*/ 117348 h 117347"/>
                  <a:gd name="connsiteX3" fmla="*/ 99462 w 99461"/>
                  <a:gd name="connsiteY3" fmla="*/ 58674 h 117347"/>
                  <a:gd name="connsiteX4" fmla="*/ 49731 w 99461"/>
                  <a:gd name="connsiteY4" fmla="*/ 0 h 117347"/>
                  <a:gd name="connsiteX5" fmla="*/ 49731 w 99461"/>
                  <a:gd name="connsiteY5" fmla="*/ 89967 h 117347"/>
                  <a:gd name="connsiteX6" fmla="*/ 34129 w 99461"/>
                  <a:gd name="connsiteY6" fmla="*/ 58674 h 117347"/>
                  <a:gd name="connsiteX7" fmla="*/ 49731 w 99461"/>
                  <a:gd name="connsiteY7" fmla="*/ 28359 h 117347"/>
                  <a:gd name="connsiteX8" fmla="*/ 65333 w 99461"/>
                  <a:gd name="connsiteY8" fmla="*/ 58674 h 117347"/>
                  <a:gd name="connsiteX9" fmla="*/ 49731 w 99461"/>
                  <a:gd name="connsiteY9" fmla="*/ 89967 h 117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9461" h="117347">
                    <a:moveTo>
                      <a:pt x="49731" y="0"/>
                    </a:moveTo>
                    <a:cubicBezTo>
                      <a:pt x="12677" y="0"/>
                      <a:pt x="0" y="30315"/>
                      <a:pt x="0" y="58674"/>
                    </a:cubicBezTo>
                    <a:cubicBezTo>
                      <a:pt x="0" y="101702"/>
                      <a:pt x="25353" y="117348"/>
                      <a:pt x="49731" y="117348"/>
                    </a:cubicBezTo>
                    <a:cubicBezTo>
                      <a:pt x="74109" y="117348"/>
                      <a:pt x="99462" y="101702"/>
                      <a:pt x="99462" y="58674"/>
                    </a:cubicBezTo>
                    <a:cubicBezTo>
                      <a:pt x="99462" y="14668"/>
                      <a:pt x="74109" y="0"/>
                      <a:pt x="49731" y="0"/>
                    </a:cubicBezTo>
                    <a:close/>
                    <a:moveTo>
                      <a:pt x="49731" y="89967"/>
                    </a:moveTo>
                    <a:cubicBezTo>
                      <a:pt x="42905" y="89967"/>
                      <a:pt x="34129" y="87033"/>
                      <a:pt x="34129" y="58674"/>
                    </a:cubicBezTo>
                    <a:cubicBezTo>
                      <a:pt x="34129" y="31293"/>
                      <a:pt x="42905" y="28359"/>
                      <a:pt x="49731" y="28359"/>
                    </a:cubicBezTo>
                    <a:cubicBezTo>
                      <a:pt x="56557" y="28359"/>
                      <a:pt x="65333" y="31293"/>
                      <a:pt x="65333" y="58674"/>
                    </a:cubicBezTo>
                    <a:cubicBezTo>
                      <a:pt x="65333" y="86055"/>
                      <a:pt x="57532" y="89967"/>
                      <a:pt x="49731" y="8996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1FADD1CA-4FB6-F5CF-38B5-E22048D36358}"/>
                  </a:ext>
                </a:extLst>
              </p:cNvPr>
              <p:cNvSpPr/>
              <p:nvPr/>
            </p:nvSpPr>
            <p:spPr>
              <a:xfrm>
                <a:off x="1571126" y="4575105"/>
                <a:ext cx="92635" cy="114414"/>
              </a:xfrm>
              <a:custGeom>
                <a:avLst/>
                <a:gdLst>
                  <a:gd name="connsiteX0" fmla="*/ 64357 w 92635"/>
                  <a:gd name="connsiteY0" fmla="*/ 0 h 114414"/>
                  <a:gd name="connsiteX1" fmla="*/ 34129 w 92635"/>
                  <a:gd name="connsiteY1" fmla="*/ 13691 h 114414"/>
                  <a:gd name="connsiteX2" fmla="*/ 34129 w 92635"/>
                  <a:gd name="connsiteY2" fmla="*/ 1956 h 114414"/>
                  <a:gd name="connsiteX3" fmla="*/ 0 w 92635"/>
                  <a:gd name="connsiteY3" fmla="*/ 1956 h 114414"/>
                  <a:gd name="connsiteX4" fmla="*/ 0 w 92635"/>
                  <a:gd name="connsiteY4" fmla="*/ 114414 h 114414"/>
                  <a:gd name="connsiteX5" fmla="*/ 34129 w 92635"/>
                  <a:gd name="connsiteY5" fmla="*/ 114414 h 114414"/>
                  <a:gd name="connsiteX6" fmla="*/ 34129 w 92635"/>
                  <a:gd name="connsiteY6" fmla="*/ 37160 h 114414"/>
                  <a:gd name="connsiteX7" fmla="*/ 50706 w 92635"/>
                  <a:gd name="connsiteY7" fmla="*/ 28359 h 114414"/>
                  <a:gd name="connsiteX8" fmla="*/ 58507 w 92635"/>
                  <a:gd name="connsiteY8" fmla="*/ 39116 h 114414"/>
                  <a:gd name="connsiteX9" fmla="*/ 58507 w 92635"/>
                  <a:gd name="connsiteY9" fmla="*/ 114414 h 114414"/>
                  <a:gd name="connsiteX10" fmla="*/ 92636 w 92635"/>
                  <a:gd name="connsiteY10" fmla="*/ 114414 h 114414"/>
                  <a:gd name="connsiteX11" fmla="*/ 92636 w 92635"/>
                  <a:gd name="connsiteY11" fmla="*/ 30315 h 114414"/>
                  <a:gd name="connsiteX12" fmla="*/ 64357 w 92635"/>
                  <a:gd name="connsiteY12" fmla="*/ 0 h 114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2635" h="114414">
                    <a:moveTo>
                      <a:pt x="64357" y="0"/>
                    </a:moveTo>
                    <a:cubicBezTo>
                      <a:pt x="51681" y="0"/>
                      <a:pt x="40955" y="6845"/>
                      <a:pt x="34129" y="13691"/>
                    </a:cubicBezTo>
                    <a:lnTo>
                      <a:pt x="34129" y="1956"/>
                    </a:lnTo>
                    <a:lnTo>
                      <a:pt x="0" y="1956"/>
                    </a:lnTo>
                    <a:lnTo>
                      <a:pt x="0" y="114414"/>
                    </a:lnTo>
                    <a:lnTo>
                      <a:pt x="34129" y="114414"/>
                    </a:lnTo>
                    <a:lnTo>
                      <a:pt x="34129" y="37160"/>
                    </a:lnTo>
                    <a:cubicBezTo>
                      <a:pt x="40955" y="31293"/>
                      <a:pt x="45830" y="28359"/>
                      <a:pt x="50706" y="28359"/>
                    </a:cubicBezTo>
                    <a:cubicBezTo>
                      <a:pt x="54606" y="28359"/>
                      <a:pt x="58507" y="29337"/>
                      <a:pt x="58507" y="39116"/>
                    </a:cubicBezTo>
                    <a:lnTo>
                      <a:pt x="58507" y="114414"/>
                    </a:lnTo>
                    <a:lnTo>
                      <a:pt x="92636" y="114414"/>
                    </a:lnTo>
                    <a:lnTo>
                      <a:pt x="92636" y="30315"/>
                    </a:lnTo>
                    <a:cubicBezTo>
                      <a:pt x="92636" y="9779"/>
                      <a:pt x="82885" y="0"/>
                      <a:pt x="643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AFA8525-F02C-7CEC-A6F3-B1FB02609330}"/>
                </a:ext>
              </a:extLst>
            </p:cNvPr>
            <p:cNvSpPr/>
            <p:nvPr/>
          </p:nvSpPr>
          <p:spPr>
            <a:xfrm>
              <a:off x="650618" y="4732547"/>
              <a:ext cx="112138" cy="159397"/>
            </a:xfrm>
            <a:custGeom>
              <a:avLst/>
              <a:gdLst>
                <a:gd name="connsiteX0" fmla="*/ 67283 w 112138"/>
                <a:gd name="connsiteY0" fmla="*/ 64541 h 159397"/>
                <a:gd name="connsiteX1" fmla="*/ 64358 w 112138"/>
                <a:gd name="connsiteY1" fmla="*/ 63564 h 159397"/>
                <a:gd name="connsiteX2" fmla="*/ 40955 w 112138"/>
                <a:gd name="connsiteY2" fmla="*/ 42050 h 159397"/>
                <a:gd name="connsiteX3" fmla="*/ 55582 w 112138"/>
                <a:gd name="connsiteY3" fmla="*/ 29337 h 159397"/>
                <a:gd name="connsiteX4" fmla="*/ 80934 w 112138"/>
                <a:gd name="connsiteY4" fmla="*/ 49873 h 159397"/>
                <a:gd name="connsiteX5" fmla="*/ 81910 w 112138"/>
                <a:gd name="connsiteY5" fmla="*/ 51829 h 159397"/>
                <a:gd name="connsiteX6" fmla="*/ 109213 w 112138"/>
                <a:gd name="connsiteY6" fmla="*/ 37160 h 159397"/>
                <a:gd name="connsiteX7" fmla="*/ 108238 w 112138"/>
                <a:gd name="connsiteY7" fmla="*/ 35204 h 159397"/>
                <a:gd name="connsiteX8" fmla="*/ 55582 w 112138"/>
                <a:gd name="connsiteY8" fmla="*/ 0 h 159397"/>
                <a:gd name="connsiteX9" fmla="*/ 5851 w 112138"/>
                <a:gd name="connsiteY9" fmla="*/ 44006 h 159397"/>
                <a:gd name="connsiteX10" fmla="*/ 49731 w 112138"/>
                <a:gd name="connsiteY10" fmla="*/ 93878 h 159397"/>
                <a:gd name="connsiteX11" fmla="*/ 50706 w 112138"/>
                <a:gd name="connsiteY11" fmla="*/ 94856 h 159397"/>
                <a:gd name="connsiteX12" fmla="*/ 76059 w 112138"/>
                <a:gd name="connsiteY12" fmla="*/ 117348 h 159397"/>
                <a:gd name="connsiteX13" fmla="*/ 58507 w 112138"/>
                <a:gd name="connsiteY13" fmla="*/ 132017 h 159397"/>
                <a:gd name="connsiteX14" fmla="*/ 29253 w 112138"/>
                <a:gd name="connsiteY14" fmla="*/ 109525 h 159397"/>
                <a:gd name="connsiteX15" fmla="*/ 28278 w 112138"/>
                <a:gd name="connsiteY15" fmla="*/ 107569 h 159397"/>
                <a:gd name="connsiteX16" fmla="*/ 0 w 112138"/>
                <a:gd name="connsiteY16" fmla="*/ 120282 h 159397"/>
                <a:gd name="connsiteX17" fmla="*/ 975 w 112138"/>
                <a:gd name="connsiteY17" fmla="*/ 122238 h 159397"/>
                <a:gd name="connsiteX18" fmla="*/ 59482 w 112138"/>
                <a:gd name="connsiteY18" fmla="*/ 159398 h 159397"/>
                <a:gd name="connsiteX19" fmla="*/ 112138 w 112138"/>
                <a:gd name="connsiteY19" fmla="*/ 114414 h 159397"/>
                <a:gd name="connsiteX20" fmla="*/ 67283 w 112138"/>
                <a:gd name="connsiteY20" fmla="*/ 64541 h 15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2138" h="159397">
                  <a:moveTo>
                    <a:pt x="67283" y="64541"/>
                  </a:moveTo>
                  <a:lnTo>
                    <a:pt x="64358" y="63564"/>
                  </a:lnTo>
                  <a:cubicBezTo>
                    <a:pt x="50706" y="57696"/>
                    <a:pt x="40955" y="51829"/>
                    <a:pt x="40955" y="42050"/>
                  </a:cubicBezTo>
                  <a:cubicBezTo>
                    <a:pt x="40955" y="34227"/>
                    <a:pt x="46805" y="29337"/>
                    <a:pt x="55582" y="29337"/>
                  </a:cubicBezTo>
                  <a:cubicBezTo>
                    <a:pt x="66308" y="29337"/>
                    <a:pt x="74109" y="36182"/>
                    <a:pt x="80934" y="49873"/>
                  </a:cubicBezTo>
                  <a:lnTo>
                    <a:pt x="81910" y="51829"/>
                  </a:lnTo>
                  <a:lnTo>
                    <a:pt x="109213" y="37160"/>
                  </a:lnTo>
                  <a:lnTo>
                    <a:pt x="108238" y="35204"/>
                  </a:lnTo>
                  <a:cubicBezTo>
                    <a:pt x="97511" y="11735"/>
                    <a:pt x="79959" y="0"/>
                    <a:pt x="55582" y="0"/>
                  </a:cubicBezTo>
                  <a:cubicBezTo>
                    <a:pt x="26328" y="0"/>
                    <a:pt x="5851" y="18580"/>
                    <a:pt x="5851" y="44006"/>
                  </a:cubicBezTo>
                  <a:cubicBezTo>
                    <a:pt x="5851" y="75298"/>
                    <a:pt x="30229" y="85077"/>
                    <a:pt x="49731" y="93878"/>
                  </a:cubicBezTo>
                  <a:lnTo>
                    <a:pt x="50706" y="94856"/>
                  </a:lnTo>
                  <a:cubicBezTo>
                    <a:pt x="66308" y="101702"/>
                    <a:pt x="76059" y="106591"/>
                    <a:pt x="76059" y="117348"/>
                  </a:cubicBezTo>
                  <a:cubicBezTo>
                    <a:pt x="76059" y="127127"/>
                    <a:pt x="69233" y="132017"/>
                    <a:pt x="58507" y="132017"/>
                  </a:cubicBezTo>
                  <a:cubicBezTo>
                    <a:pt x="42905" y="132017"/>
                    <a:pt x="34129" y="119304"/>
                    <a:pt x="29253" y="109525"/>
                  </a:cubicBezTo>
                  <a:lnTo>
                    <a:pt x="28278" y="107569"/>
                  </a:lnTo>
                  <a:lnTo>
                    <a:pt x="0" y="120282"/>
                  </a:lnTo>
                  <a:lnTo>
                    <a:pt x="975" y="122238"/>
                  </a:lnTo>
                  <a:cubicBezTo>
                    <a:pt x="12676" y="147663"/>
                    <a:pt x="32179" y="159398"/>
                    <a:pt x="59482" y="159398"/>
                  </a:cubicBezTo>
                  <a:cubicBezTo>
                    <a:pt x="84835" y="159398"/>
                    <a:pt x="112138" y="145707"/>
                    <a:pt x="112138" y="114414"/>
                  </a:cubicBezTo>
                  <a:cubicBezTo>
                    <a:pt x="111163" y="83122"/>
                    <a:pt x="86785" y="72365"/>
                    <a:pt x="67283" y="64541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573AFAD-4C3F-B161-CAE2-60BC92D4705D}"/>
                </a:ext>
              </a:extLst>
            </p:cNvPr>
            <p:cNvSpPr/>
            <p:nvPr/>
          </p:nvSpPr>
          <p:spPr>
            <a:xfrm>
              <a:off x="776407" y="4773619"/>
              <a:ext cx="94586" cy="117348"/>
            </a:xfrm>
            <a:custGeom>
              <a:avLst/>
              <a:gdLst>
                <a:gd name="connsiteX0" fmla="*/ 64358 w 94586"/>
                <a:gd name="connsiteY0" fmla="*/ 72365 h 117348"/>
                <a:gd name="connsiteX1" fmla="*/ 49731 w 94586"/>
                <a:gd name="connsiteY1" fmla="*/ 90945 h 117348"/>
                <a:gd name="connsiteX2" fmla="*/ 35104 w 94586"/>
                <a:gd name="connsiteY2" fmla="*/ 58674 h 117348"/>
                <a:gd name="connsiteX3" fmla="*/ 49731 w 94586"/>
                <a:gd name="connsiteY3" fmla="*/ 27381 h 117348"/>
                <a:gd name="connsiteX4" fmla="*/ 63382 w 94586"/>
                <a:gd name="connsiteY4" fmla="*/ 44006 h 117348"/>
                <a:gd name="connsiteX5" fmla="*/ 63382 w 94586"/>
                <a:gd name="connsiteY5" fmla="*/ 45961 h 117348"/>
                <a:gd name="connsiteX6" fmla="*/ 94586 w 94586"/>
                <a:gd name="connsiteY6" fmla="*/ 39116 h 117348"/>
                <a:gd name="connsiteX7" fmla="*/ 93611 w 94586"/>
                <a:gd name="connsiteY7" fmla="*/ 37160 h 117348"/>
                <a:gd name="connsiteX8" fmla="*/ 49731 w 94586"/>
                <a:gd name="connsiteY8" fmla="*/ 0 h 117348"/>
                <a:gd name="connsiteX9" fmla="*/ 0 w 94586"/>
                <a:gd name="connsiteY9" fmla="*/ 58674 h 117348"/>
                <a:gd name="connsiteX10" fmla="*/ 48756 w 94586"/>
                <a:gd name="connsiteY10" fmla="*/ 117348 h 117348"/>
                <a:gd name="connsiteX11" fmla="*/ 93611 w 94586"/>
                <a:gd name="connsiteY11" fmla="*/ 80188 h 117348"/>
                <a:gd name="connsiteX12" fmla="*/ 94586 w 94586"/>
                <a:gd name="connsiteY12" fmla="*/ 78232 h 117348"/>
                <a:gd name="connsiteX13" fmla="*/ 64358 w 94586"/>
                <a:gd name="connsiteY13" fmla="*/ 70409 h 117348"/>
                <a:gd name="connsiteX14" fmla="*/ 64358 w 94586"/>
                <a:gd name="connsiteY14" fmla="*/ 72365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4586" h="117348">
                  <a:moveTo>
                    <a:pt x="64358" y="72365"/>
                  </a:moveTo>
                  <a:cubicBezTo>
                    <a:pt x="61432" y="88989"/>
                    <a:pt x="54606" y="90945"/>
                    <a:pt x="49731" y="90945"/>
                  </a:cubicBezTo>
                  <a:cubicBezTo>
                    <a:pt x="43880" y="90945"/>
                    <a:pt x="35104" y="88011"/>
                    <a:pt x="35104" y="58674"/>
                  </a:cubicBezTo>
                  <a:cubicBezTo>
                    <a:pt x="35104" y="27381"/>
                    <a:pt x="45830" y="27381"/>
                    <a:pt x="49731" y="27381"/>
                  </a:cubicBezTo>
                  <a:cubicBezTo>
                    <a:pt x="55582" y="27381"/>
                    <a:pt x="59482" y="30315"/>
                    <a:pt x="63382" y="44006"/>
                  </a:cubicBezTo>
                  <a:lnTo>
                    <a:pt x="63382" y="45961"/>
                  </a:lnTo>
                  <a:lnTo>
                    <a:pt x="94586" y="39116"/>
                  </a:lnTo>
                  <a:lnTo>
                    <a:pt x="93611" y="37160"/>
                  </a:lnTo>
                  <a:cubicBezTo>
                    <a:pt x="89711" y="21514"/>
                    <a:pt x="80935" y="0"/>
                    <a:pt x="49731" y="0"/>
                  </a:cubicBezTo>
                  <a:cubicBezTo>
                    <a:pt x="25353" y="0"/>
                    <a:pt x="0" y="15646"/>
                    <a:pt x="0" y="58674"/>
                  </a:cubicBezTo>
                  <a:cubicBezTo>
                    <a:pt x="0" y="101702"/>
                    <a:pt x="25353" y="117348"/>
                    <a:pt x="48756" y="117348"/>
                  </a:cubicBezTo>
                  <a:cubicBezTo>
                    <a:pt x="72158" y="117348"/>
                    <a:pt x="87760" y="104635"/>
                    <a:pt x="93611" y="80188"/>
                  </a:cubicBezTo>
                  <a:lnTo>
                    <a:pt x="94586" y="78232"/>
                  </a:lnTo>
                  <a:lnTo>
                    <a:pt x="64358" y="70409"/>
                  </a:lnTo>
                  <a:lnTo>
                    <a:pt x="64358" y="72365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8771E5A-F85B-D65D-1D57-6EC08DCDAC16}"/>
                </a:ext>
              </a:extLst>
            </p:cNvPr>
            <p:cNvSpPr/>
            <p:nvPr/>
          </p:nvSpPr>
          <p:spPr>
            <a:xfrm>
              <a:off x="885620" y="4729613"/>
              <a:ext cx="92635" cy="160375"/>
            </a:xfrm>
            <a:custGeom>
              <a:avLst/>
              <a:gdLst>
                <a:gd name="connsiteX0" fmla="*/ 64358 w 92635"/>
                <a:gd name="connsiteY0" fmla="*/ 44006 h 160375"/>
                <a:gd name="connsiteX1" fmla="*/ 34129 w 92635"/>
                <a:gd name="connsiteY1" fmla="*/ 57696 h 160375"/>
                <a:gd name="connsiteX2" fmla="*/ 34129 w 92635"/>
                <a:gd name="connsiteY2" fmla="*/ 0 h 160375"/>
                <a:gd name="connsiteX3" fmla="*/ 0 w 92635"/>
                <a:gd name="connsiteY3" fmla="*/ 4890 h 160375"/>
                <a:gd name="connsiteX4" fmla="*/ 0 w 92635"/>
                <a:gd name="connsiteY4" fmla="*/ 160376 h 160375"/>
                <a:gd name="connsiteX5" fmla="*/ 34129 w 92635"/>
                <a:gd name="connsiteY5" fmla="*/ 160376 h 160375"/>
                <a:gd name="connsiteX6" fmla="*/ 34129 w 92635"/>
                <a:gd name="connsiteY6" fmla="*/ 83122 h 160375"/>
                <a:gd name="connsiteX7" fmla="*/ 50706 w 92635"/>
                <a:gd name="connsiteY7" fmla="*/ 74320 h 160375"/>
                <a:gd name="connsiteX8" fmla="*/ 58507 w 92635"/>
                <a:gd name="connsiteY8" fmla="*/ 85077 h 160375"/>
                <a:gd name="connsiteX9" fmla="*/ 58507 w 92635"/>
                <a:gd name="connsiteY9" fmla="*/ 160376 h 160375"/>
                <a:gd name="connsiteX10" fmla="*/ 92636 w 92635"/>
                <a:gd name="connsiteY10" fmla="*/ 160376 h 160375"/>
                <a:gd name="connsiteX11" fmla="*/ 92636 w 92635"/>
                <a:gd name="connsiteY11" fmla="*/ 74320 h 160375"/>
                <a:gd name="connsiteX12" fmla="*/ 64358 w 92635"/>
                <a:gd name="connsiteY12" fmla="*/ 44006 h 16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635" h="160375">
                  <a:moveTo>
                    <a:pt x="64358" y="44006"/>
                  </a:moveTo>
                  <a:cubicBezTo>
                    <a:pt x="51681" y="44006"/>
                    <a:pt x="40955" y="50851"/>
                    <a:pt x="34129" y="57696"/>
                  </a:cubicBezTo>
                  <a:lnTo>
                    <a:pt x="34129" y="0"/>
                  </a:lnTo>
                  <a:lnTo>
                    <a:pt x="0" y="4890"/>
                  </a:lnTo>
                  <a:lnTo>
                    <a:pt x="0" y="160376"/>
                  </a:lnTo>
                  <a:lnTo>
                    <a:pt x="34129" y="160376"/>
                  </a:lnTo>
                  <a:lnTo>
                    <a:pt x="34129" y="83122"/>
                  </a:lnTo>
                  <a:cubicBezTo>
                    <a:pt x="40955" y="77254"/>
                    <a:pt x="45830" y="74320"/>
                    <a:pt x="50706" y="74320"/>
                  </a:cubicBezTo>
                  <a:cubicBezTo>
                    <a:pt x="54606" y="74320"/>
                    <a:pt x="58507" y="75298"/>
                    <a:pt x="58507" y="85077"/>
                  </a:cubicBezTo>
                  <a:lnTo>
                    <a:pt x="58507" y="160376"/>
                  </a:lnTo>
                  <a:lnTo>
                    <a:pt x="92636" y="160376"/>
                  </a:lnTo>
                  <a:lnTo>
                    <a:pt x="92636" y="74320"/>
                  </a:lnTo>
                  <a:cubicBezTo>
                    <a:pt x="92636" y="54762"/>
                    <a:pt x="82885" y="44006"/>
                    <a:pt x="64358" y="44006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2D066BD-9F02-0231-8C7B-537FA9926894}"/>
                </a:ext>
              </a:extLst>
            </p:cNvPr>
            <p:cNvSpPr/>
            <p:nvPr/>
          </p:nvSpPr>
          <p:spPr>
            <a:xfrm>
              <a:off x="990933" y="4773619"/>
              <a:ext cx="99461" cy="117348"/>
            </a:xfrm>
            <a:custGeom>
              <a:avLst/>
              <a:gdLst>
                <a:gd name="connsiteX0" fmla="*/ 49731 w 99461"/>
                <a:gd name="connsiteY0" fmla="*/ 0 h 117348"/>
                <a:gd name="connsiteX1" fmla="*/ 0 w 99461"/>
                <a:gd name="connsiteY1" fmla="*/ 58674 h 117348"/>
                <a:gd name="connsiteX2" fmla="*/ 49731 w 99461"/>
                <a:gd name="connsiteY2" fmla="*/ 117348 h 117348"/>
                <a:gd name="connsiteX3" fmla="*/ 99462 w 99461"/>
                <a:gd name="connsiteY3" fmla="*/ 58674 h 117348"/>
                <a:gd name="connsiteX4" fmla="*/ 49731 w 99461"/>
                <a:gd name="connsiteY4" fmla="*/ 0 h 117348"/>
                <a:gd name="connsiteX5" fmla="*/ 49731 w 99461"/>
                <a:gd name="connsiteY5" fmla="*/ 89967 h 117348"/>
                <a:gd name="connsiteX6" fmla="*/ 34129 w 99461"/>
                <a:gd name="connsiteY6" fmla="*/ 58674 h 117348"/>
                <a:gd name="connsiteX7" fmla="*/ 49731 w 99461"/>
                <a:gd name="connsiteY7" fmla="*/ 28359 h 117348"/>
                <a:gd name="connsiteX8" fmla="*/ 65333 w 99461"/>
                <a:gd name="connsiteY8" fmla="*/ 58674 h 117348"/>
                <a:gd name="connsiteX9" fmla="*/ 49731 w 99461"/>
                <a:gd name="connsiteY9" fmla="*/ 89967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9461" h="117348">
                  <a:moveTo>
                    <a:pt x="49731" y="0"/>
                  </a:moveTo>
                  <a:cubicBezTo>
                    <a:pt x="12677" y="0"/>
                    <a:pt x="0" y="30315"/>
                    <a:pt x="0" y="58674"/>
                  </a:cubicBezTo>
                  <a:cubicBezTo>
                    <a:pt x="0" y="101702"/>
                    <a:pt x="25353" y="117348"/>
                    <a:pt x="49731" y="117348"/>
                  </a:cubicBezTo>
                  <a:cubicBezTo>
                    <a:pt x="74109" y="117348"/>
                    <a:pt x="99462" y="101702"/>
                    <a:pt x="99462" y="58674"/>
                  </a:cubicBezTo>
                  <a:cubicBezTo>
                    <a:pt x="99462" y="15646"/>
                    <a:pt x="74109" y="0"/>
                    <a:pt x="49731" y="0"/>
                  </a:cubicBezTo>
                  <a:close/>
                  <a:moveTo>
                    <a:pt x="49731" y="89967"/>
                  </a:moveTo>
                  <a:cubicBezTo>
                    <a:pt x="42905" y="89967"/>
                    <a:pt x="34129" y="87033"/>
                    <a:pt x="34129" y="58674"/>
                  </a:cubicBezTo>
                  <a:cubicBezTo>
                    <a:pt x="34129" y="31293"/>
                    <a:pt x="42905" y="28359"/>
                    <a:pt x="49731" y="28359"/>
                  </a:cubicBezTo>
                  <a:cubicBezTo>
                    <a:pt x="56557" y="28359"/>
                    <a:pt x="65333" y="31293"/>
                    <a:pt x="65333" y="58674"/>
                  </a:cubicBezTo>
                  <a:cubicBezTo>
                    <a:pt x="65333" y="87033"/>
                    <a:pt x="56557" y="89967"/>
                    <a:pt x="49731" y="89967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88AF16A2-0AA1-5C36-4413-2A429A27BB27}"/>
                </a:ext>
              </a:extLst>
            </p:cNvPr>
            <p:cNvSpPr/>
            <p:nvPr/>
          </p:nvSpPr>
          <p:spPr>
            <a:xfrm>
              <a:off x="1102096" y="4773619"/>
              <a:ext cx="99461" cy="117348"/>
            </a:xfrm>
            <a:custGeom>
              <a:avLst/>
              <a:gdLst>
                <a:gd name="connsiteX0" fmla="*/ 49731 w 99461"/>
                <a:gd name="connsiteY0" fmla="*/ 0 h 117348"/>
                <a:gd name="connsiteX1" fmla="*/ 0 w 99461"/>
                <a:gd name="connsiteY1" fmla="*/ 58674 h 117348"/>
                <a:gd name="connsiteX2" fmla="*/ 49731 w 99461"/>
                <a:gd name="connsiteY2" fmla="*/ 117348 h 117348"/>
                <a:gd name="connsiteX3" fmla="*/ 99462 w 99461"/>
                <a:gd name="connsiteY3" fmla="*/ 58674 h 117348"/>
                <a:gd name="connsiteX4" fmla="*/ 49731 w 99461"/>
                <a:gd name="connsiteY4" fmla="*/ 0 h 117348"/>
                <a:gd name="connsiteX5" fmla="*/ 49731 w 99461"/>
                <a:gd name="connsiteY5" fmla="*/ 89967 h 117348"/>
                <a:gd name="connsiteX6" fmla="*/ 34129 w 99461"/>
                <a:gd name="connsiteY6" fmla="*/ 58674 h 117348"/>
                <a:gd name="connsiteX7" fmla="*/ 49731 w 99461"/>
                <a:gd name="connsiteY7" fmla="*/ 28359 h 117348"/>
                <a:gd name="connsiteX8" fmla="*/ 65333 w 99461"/>
                <a:gd name="connsiteY8" fmla="*/ 58674 h 117348"/>
                <a:gd name="connsiteX9" fmla="*/ 49731 w 99461"/>
                <a:gd name="connsiteY9" fmla="*/ 89967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9461" h="117348">
                  <a:moveTo>
                    <a:pt x="49731" y="0"/>
                  </a:moveTo>
                  <a:cubicBezTo>
                    <a:pt x="12677" y="0"/>
                    <a:pt x="0" y="30315"/>
                    <a:pt x="0" y="58674"/>
                  </a:cubicBezTo>
                  <a:cubicBezTo>
                    <a:pt x="0" y="101702"/>
                    <a:pt x="25353" y="117348"/>
                    <a:pt x="49731" y="117348"/>
                  </a:cubicBezTo>
                  <a:cubicBezTo>
                    <a:pt x="74109" y="117348"/>
                    <a:pt x="99462" y="101702"/>
                    <a:pt x="99462" y="58674"/>
                  </a:cubicBezTo>
                  <a:cubicBezTo>
                    <a:pt x="99462" y="15646"/>
                    <a:pt x="73134" y="0"/>
                    <a:pt x="49731" y="0"/>
                  </a:cubicBezTo>
                  <a:close/>
                  <a:moveTo>
                    <a:pt x="49731" y="89967"/>
                  </a:moveTo>
                  <a:cubicBezTo>
                    <a:pt x="42905" y="89967"/>
                    <a:pt x="34129" y="87033"/>
                    <a:pt x="34129" y="58674"/>
                  </a:cubicBezTo>
                  <a:cubicBezTo>
                    <a:pt x="34129" y="31293"/>
                    <a:pt x="42905" y="28359"/>
                    <a:pt x="49731" y="28359"/>
                  </a:cubicBezTo>
                  <a:cubicBezTo>
                    <a:pt x="56557" y="28359"/>
                    <a:pt x="65333" y="31293"/>
                    <a:pt x="65333" y="58674"/>
                  </a:cubicBezTo>
                  <a:cubicBezTo>
                    <a:pt x="65333" y="87033"/>
                    <a:pt x="56557" y="89967"/>
                    <a:pt x="49731" y="89967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43EE847-558E-9C74-E369-FED0BCDD07CE}"/>
                </a:ext>
              </a:extLst>
            </p:cNvPr>
            <p:cNvSpPr/>
            <p:nvPr/>
          </p:nvSpPr>
          <p:spPr>
            <a:xfrm>
              <a:off x="1284442" y="4773619"/>
              <a:ext cx="99487" cy="117348"/>
            </a:xfrm>
            <a:custGeom>
              <a:avLst/>
              <a:gdLst>
                <a:gd name="connsiteX0" fmla="*/ 49731 w 99487"/>
                <a:gd name="connsiteY0" fmla="*/ 0 h 117348"/>
                <a:gd name="connsiteX1" fmla="*/ 0 w 99487"/>
                <a:gd name="connsiteY1" fmla="*/ 58674 h 117348"/>
                <a:gd name="connsiteX2" fmla="*/ 49731 w 99487"/>
                <a:gd name="connsiteY2" fmla="*/ 117348 h 117348"/>
                <a:gd name="connsiteX3" fmla="*/ 99462 w 99487"/>
                <a:gd name="connsiteY3" fmla="*/ 58674 h 117348"/>
                <a:gd name="connsiteX4" fmla="*/ 49731 w 99487"/>
                <a:gd name="connsiteY4" fmla="*/ 0 h 117348"/>
                <a:gd name="connsiteX5" fmla="*/ 49731 w 99487"/>
                <a:gd name="connsiteY5" fmla="*/ 89967 h 117348"/>
                <a:gd name="connsiteX6" fmla="*/ 34129 w 99487"/>
                <a:gd name="connsiteY6" fmla="*/ 58674 h 117348"/>
                <a:gd name="connsiteX7" fmla="*/ 49731 w 99487"/>
                <a:gd name="connsiteY7" fmla="*/ 28359 h 117348"/>
                <a:gd name="connsiteX8" fmla="*/ 65333 w 99487"/>
                <a:gd name="connsiteY8" fmla="*/ 58674 h 117348"/>
                <a:gd name="connsiteX9" fmla="*/ 49731 w 99487"/>
                <a:gd name="connsiteY9" fmla="*/ 89967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9487" h="117348">
                  <a:moveTo>
                    <a:pt x="49731" y="0"/>
                  </a:moveTo>
                  <a:cubicBezTo>
                    <a:pt x="12677" y="0"/>
                    <a:pt x="0" y="30315"/>
                    <a:pt x="0" y="58674"/>
                  </a:cubicBezTo>
                  <a:cubicBezTo>
                    <a:pt x="0" y="101702"/>
                    <a:pt x="25353" y="117348"/>
                    <a:pt x="49731" y="117348"/>
                  </a:cubicBezTo>
                  <a:cubicBezTo>
                    <a:pt x="74109" y="117348"/>
                    <a:pt x="99462" y="101702"/>
                    <a:pt x="99462" y="58674"/>
                  </a:cubicBezTo>
                  <a:cubicBezTo>
                    <a:pt x="100437" y="15646"/>
                    <a:pt x="74109" y="0"/>
                    <a:pt x="49731" y="0"/>
                  </a:cubicBezTo>
                  <a:close/>
                  <a:moveTo>
                    <a:pt x="49731" y="89967"/>
                  </a:moveTo>
                  <a:cubicBezTo>
                    <a:pt x="42905" y="89967"/>
                    <a:pt x="34129" y="87033"/>
                    <a:pt x="34129" y="58674"/>
                  </a:cubicBezTo>
                  <a:cubicBezTo>
                    <a:pt x="34129" y="31293"/>
                    <a:pt x="42905" y="28359"/>
                    <a:pt x="49731" y="28359"/>
                  </a:cubicBezTo>
                  <a:cubicBezTo>
                    <a:pt x="56557" y="28359"/>
                    <a:pt x="65333" y="31293"/>
                    <a:pt x="65333" y="58674"/>
                  </a:cubicBezTo>
                  <a:cubicBezTo>
                    <a:pt x="65333" y="87033"/>
                    <a:pt x="57532" y="89967"/>
                    <a:pt x="49731" y="89967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BB53934-6E72-CC10-B24F-E5640D89B33D}"/>
                </a:ext>
              </a:extLst>
            </p:cNvPr>
            <p:cNvSpPr/>
            <p:nvPr/>
          </p:nvSpPr>
          <p:spPr>
            <a:xfrm>
              <a:off x="1390729" y="4733525"/>
              <a:ext cx="69233" cy="156464"/>
            </a:xfrm>
            <a:custGeom>
              <a:avLst/>
              <a:gdLst>
                <a:gd name="connsiteX0" fmla="*/ 51681 w 69233"/>
                <a:gd name="connsiteY0" fmla="*/ 0 h 156464"/>
                <a:gd name="connsiteX1" fmla="*/ 15602 w 69233"/>
                <a:gd name="connsiteY1" fmla="*/ 35204 h 156464"/>
                <a:gd name="connsiteX2" fmla="*/ 15602 w 69233"/>
                <a:gd name="connsiteY2" fmla="*/ 43028 h 156464"/>
                <a:gd name="connsiteX3" fmla="*/ 0 w 69233"/>
                <a:gd name="connsiteY3" fmla="*/ 43028 h 156464"/>
                <a:gd name="connsiteX4" fmla="*/ 0 w 69233"/>
                <a:gd name="connsiteY4" fmla="*/ 69431 h 156464"/>
                <a:gd name="connsiteX5" fmla="*/ 15602 w 69233"/>
                <a:gd name="connsiteY5" fmla="*/ 69431 h 156464"/>
                <a:gd name="connsiteX6" fmla="*/ 15602 w 69233"/>
                <a:gd name="connsiteY6" fmla="*/ 156464 h 156464"/>
                <a:gd name="connsiteX7" fmla="*/ 49731 w 69233"/>
                <a:gd name="connsiteY7" fmla="*/ 156464 h 156464"/>
                <a:gd name="connsiteX8" fmla="*/ 49731 w 69233"/>
                <a:gd name="connsiteY8" fmla="*/ 69431 h 156464"/>
                <a:gd name="connsiteX9" fmla="*/ 69233 w 69233"/>
                <a:gd name="connsiteY9" fmla="*/ 69431 h 156464"/>
                <a:gd name="connsiteX10" fmla="*/ 69233 w 69233"/>
                <a:gd name="connsiteY10" fmla="*/ 43028 h 156464"/>
                <a:gd name="connsiteX11" fmla="*/ 49731 w 69233"/>
                <a:gd name="connsiteY11" fmla="*/ 43028 h 156464"/>
                <a:gd name="connsiteX12" fmla="*/ 49731 w 69233"/>
                <a:gd name="connsiteY12" fmla="*/ 36182 h 156464"/>
                <a:gd name="connsiteX13" fmla="*/ 60457 w 69233"/>
                <a:gd name="connsiteY13" fmla="*/ 26403 h 156464"/>
                <a:gd name="connsiteX14" fmla="*/ 67283 w 69233"/>
                <a:gd name="connsiteY14" fmla="*/ 27381 h 156464"/>
                <a:gd name="connsiteX15" fmla="*/ 69233 w 69233"/>
                <a:gd name="connsiteY15" fmla="*/ 27381 h 156464"/>
                <a:gd name="connsiteX16" fmla="*/ 69233 w 69233"/>
                <a:gd name="connsiteY16" fmla="*/ 978 h 156464"/>
                <a:gd name="connsiteX17" fmla="*/ 68258 w 69233"/>
                <a:gd name="connsiteY17" fmla="*/ 978 h 156464"/>
                <a:gd name="connsiteX18" fmla="*/ 51681 w 69233"/>
                <a:gd name="connsiteY18" fmla="*/ 0 h 15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233" h="156464">
                  <a:moveTo>
                    <a:pt x="51681" y="0"/>
                  </a:moveTo>
                  <a:cubicBezTo>
                    <a:pt x="19502" y="0"/>
                    <a:pt x="15602" y="18580"/>
                    <a:pt x="15602" y="35204"/>
                  </a:cubicBezTo>
                  <a:lnTo>
                    <a:pt x="15602" y="43028"/>
                  </a:lnTo>
                  <a:lnTo>
                    <a:pt x="0" y="43028"/>
                  </a:lnTo>
                  <a:lnTo>
                    <a:pt x="0" y="69431"/>
                  </a:lnTo>
                  <a:lnTo>
                    <a:pt x="15602" y="69431"/>
                  </a:lnTo>
                  <a:lnTo>
                    <a:pt x="15602" y="156464"/>
                  </a:lnTo>
                  <a:lnTo>
                    <a:pt x="49731" y="156464"/>
                  </a:lnTo>
                  <a:lnTo>
                    <a:pt x="49731" y="69431"/>
                  </a:lnTo>
                  <a:lnTo>
                    <a:pt x="69233" y="69431"/>
                  </a:lnTo>
                  <a:lnTo>
                    <a:pt x="69233" y="43028"/>
                  </a:lnTo>
                  <a:lnTo>
                    <a:pt x="49731" y="43028"/>
                  </a:lnTo>
                  <a:lnTo>
                    <a:pt x="49731" y="36182"/>
                  </a:lnTo>
                  <a:cubicBezTo>
                    <a:pt x="49731" y="28359"/>
                    <a:pt x="53631" y="26403"/>
                    <a:pt x="60457" y="26403"/>
                  </a:cubicBezTo>
                  <a:cubicBezTo>
                    <a:pt x="62407" y="26403"/>
                    <a:pt x="66308" y="26403"/>
                    <a:pt x="67283" y="27381"/>
                  </a:cubicBezTo>
                  <a:lnTo>
                    <a:pt x="69233" y="27381"/>
                  </a:lnTo>
                  <a:lnTo>
                    <a:pt x="69233" y="978"/>
                  </a:lnTo>
                  <a:lnTo>
                    <a:pt x="68258" y="978"/>
                  </a:lnTo>
                  <a:cubicBezTo>
                    <a:pt x="66308" y="0"/>
                    <a:pt x="56557" y="0"/>
                    <a:pt x="51681" y="0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98D944D-A9D0-E932-089D-95007FAAD799}"/>
                </a:ext>
              </a:extLst>
            </p:cNvPr>
            <p:cNvSpPr/>
            <p:nvPr/>
          </p:nvSpPr>
          <p:spPr>
            <a:xfrm>
              <a:off x="1501892" y="4733525"/>
              <a:ext cx="135540" cy="155486"/>
            </a:xfrm>
            <a:custGeom>
              <a:avLst/>
              <a:gdLst>
                <a:gd name="connsiteX0" fmla="*/ 68258 w 135540"/>
                <a:gd name="connsiteY0" fmla="*/ 101702 h 155486"/>
                <a:gd name="connsiteX1" fmla="*/ 42905 w 135540"/>
                <a:gd name="connsiteY1" fmla="*/ 0 h 155486"/>
                <a:gd name="connsiteX2" fmla="*/ 0 w 135540"/>
                <a:gd name="connsiteY2" fmla="*/ 0 h 155486"/>
                <a:gd name="connsiteX3" fmla="*/ 0 w 135540"/>
                <a:gd name="connsiteY3" fmla="*/ 155486 h 155486"/>
                <a:gd name="connsiteX4" fmla="*/ 29253 w 135540"/>
                <a:gd name="connsiteY4" fmla="*/ 155486 h 155486"/>
                <a:gd name="connsiteX5" fmla="*/ 29253 w 135540"/>
                <a:gd name="connsiteY5" fmla="*/ 58674 h 155486"/>
                <a:gd name="connsiteX6" fmla="*/ 53631 w 135540"/>
                <a:gd name="connsiteY6" fmla="*/ 155486 h 155486"/>
                <a:gd name="connsiteX7" fmla="*/ 79959 w 135540"/>
                <a:gd name="connsiteY7" fmla="*/ 155486 h 155486"/>
                <a:gd name="connsiteX8" fmla="*/ 104337 w 135540"/>
                <a:gd name="connsiteY8" fmla="*/ 59652 h 155486"/>
                <a:gd name="connsiteX9" fmla="*/ 104337 w 135540"/>
                <a:gd name="connsiteY9" fmla="*/ 155486 h 155486"/>
                <a:gd name="connsiteX10" fmla="*/ 135541 w 135540"/>
                <a:gd name="connsiteY10" fmla="*/ 155486 h 155486"/>
                <a:gd name="connsiteX11" fmla="*/ 135541 w 135540"/>
                <a:gd name="connsiteY11" fmla="*/ 0 h 155486"/>
                <a:gd name="connsiteX12" fmla="*/ 91661 w 135540"/>
                <a:gd name="connsiteY12" fmla="*/ 0 h 155486"/>
                <a:gd name="connsiteX13" fmla="*/ 68258 w 135540"/>
                <a:gd name="connsiteY13" fmla="*/ 101702 h 15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5540" h="155486">
                  <a:moveTo>
                    <a:pt x="68258" y="101702"/>
                  </a:moveTo>
                  <a:lnTo>
                    <a:pt x="42905" y="0"/>
                  </a:lnTo>
                  <a:lnTo>
                    <a:pt x="0" y="0"/>
                  </a:lnTo>
                  <a:lnTo>
                    <a:pt x="0" y="155486"/>
                  </a:lnTo>
                  <a:lnTo>
                    <a:pt x="29253" y="155486"/>
                  </a:lnTo>
                  <a:lnTo>
                    <a:pt x="29253" y="58674"/>
                  </a:lnTo>
                  <a:cubicBezTo>
                    <a:pt x="31204" y="65519"/>
                    <a:pt x="53631" y="155486"/>
                    <a:pt x="53631" y="155486"/>
                  </a:cubicBezTo>
                  <a:lnTo>
                    <a:pt x="79959" y="155486"/>
                  </a:lnTo>
                  <a:cubicBezTo>
                    <a:pt x="79959" y="155486"/>
                    <a:pt x="102387" y="67475"/>
                    <a:pt x="104337" y="59652"/>
                  </a:cubicBezTo>
                  <a:lnTo>
                    <a:pt x="104337" y="155486"/>
                  </a:lnTo>
                  <a:lnTo>
                    <a:pt x="135541" y="155486"/>
                  </a:lnTo>
                  <a:lnTo>
                    <a:pt x="135541" y="0"/>
                  </a:lnTo>
                  <a:lnTo>
                    <a:pt x="91661" y="0"/>
                  </a:lnTo>
                  <a:lnTo>
                    <a:pt x="68258" y="101702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2ECF61D-609B-AAF7-6AF8-34298161CE0F}"/>
                </a:ext>
              </a:extLst>
            </p:cNvPr>
            <p:cNvSpPr/>
            <p:nvPr/>
          </p:nvSpPr>
          <p:spPr>
            <a:xfrm>
              <a:off x="1652060" y="4772641"/>
              <a:ext cx="94586" cy="117348"/>
            </a:xfrm>
            <a:custGeom>
              <a:avLst/>
              <a:gdLst>
                <a:gd name="connsiteX0" fmla="*/ 73134 w 94586"/>
                <a:gd name="connsiteY0" fmla="*/ 78232 h 117348"/>
                <a:gd name="connsiteX1" fmla="*/ 51681 w 94586"/>
                <a:gd name="connsiteY1" fmla="*/ 90945 h 117348"/>
                <a:gd name="connsiteX2" fmla="*/ 34129 w 94586"/>
                <a:gd name="connsiteY2" fmla="*/ 68453 h 117348"/>
                <a:gd name="connsiteX3" fmla="*/ 94586 w 94586"/>
                <a:gd name="connsiteY3" fmla="*/ 68453 h 117348"/>
                <a:gd name="connsiteX4" fmla="*/ 94586 w 94586"/>
                <a:gd name="connsiteY4" fmla="*/ 60630 h 117348"/>
                <a:gd name="connsiteX5" fmla="*/ 48756 w 94586"/>
                <a:gd name="connsiteY5" fmla="*/ 0 h 117348"/>
                <a:gd name="connsiteX6" fmla="*/ 0 w 94586"/>
                <a:gd name="connsiteY6" fmla="*/ 58674 h 117348"/>
                <a:gd name="connsiteX7" fmla="*/ 49731 w 94586"/>
                <a:gd name="connsiteY7" fmla="*/ 117348 h 117348"/>
                <a:gd name="connsiteX8" fmla="*/ 93611 w 94586"/>
                <a:gd name="connsiteY8" fmla="*/ 93878 h 117348"/>
                <a:gd name="connsiteX9" fmla="*/ 94586 w 94586"/>
                <a:gd name="connsiteY9" fmla="*/ 91923 h 117348"/>
                <a:gd name="connsiteX10" fmla="*/ 74109 w 94586"/>
                <a:gd name="connsiteY10" fmla="*/ 75298 h 117348"/>
                <a:gd name="connsiteX11" fmla="*/ 73134 w 94586"/>
                <a:gd name="connsiteY11" fmla="*/ 78232 h 117348"/>
                <a:gd name="connsiteX12" fmla="*/ 35104 w 94586"/>
                <a:gd name="connsiteY12" fmla="*/ 47917 h 117348"/>
                <a:gd name="connsiteX13" fmla="*/ 49731 w 94586"/>
                <a:gd name="connsiteY13" fmla="*/ 28359 h 117348"/>
                <a:gd name="connsiteX14" fmla="*/ 63382 w 94586"/>
                <a:gd name="connsiteY14" fmla="*/ 47917 h 117348"/>
                <a:gd name="connsiteX15" fmla="*/ 35104 w 94586"/>
                <a:gd name="connsiteY15" fmla="*/ 47917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4586" h="117348">
                  <a:moveTo>
                    <a:pt x="73134" y="78232"/>
                  </a:moveTo>
                  <a:cubicBezTo>
                    <a:pt x="69233" y="84099"/>
                    <a:pt x="61432" y="90945"/>
                    <a:pt x="51681" y="90945"/>
                  </a:cubicBezTo>
                  <a:cubicBezTo>
                    <a:pt x="40955" y="90945"/>
                    <a:pt x="36079" y="83122"/>
                    <a:pt x="34129" y="68453"/>
                  </a:cubicBezTo>
                  <a:lnTo>
                    <a:pt x="94586" y="68453"/>
                  </a:lnTo>
                  <a:lnTo>
                    <a:pt x="94586" y="60630"/>
                  </a:lnTo>
                  <a:cubicBezTo>
                    <a:pt x="94586" y="22492"/>
                    <a:pt x="78009" y="0"/>
                    <a:pt x="48756" y="0"/>
                  </a:cubicBezTo>
                  <a:cubicBezTo>
                    <a:pt x="26328" y="0"/>
                    <a:pt x="0" y="15646"/>
                    <a:pt x="0" y="58674"/>
                  </a:cubicBezTo>
                  <a:cubicBezTo>
                    <a:pt x="0" y="95834"/>
                    <a:pt x="18527" y="117348"/>
                    <a:pt x="49731" y="117348"/>
                  </a:cubicBezTo>
                  <a:cubicBezTo>
                    <a:pt x="68258" y="117348"/>
                    <a:pt x="82885" y="109525"/>
                    <a:pt x="93611" y="93878"/>
                  </a:cubicBezTo>
                  <a:lnTo>
                    <a:pt x="94586" y="91923"/>
                  </a:lnTo>
                  <a:lnTo>
                    <a:pt x="74109" y="75298"/>
                  </a:lnTo>
                  <a:lnTo>
                    <a:pt x="73134" y="78232"/>
                  </a:lnTo>
                  <a:close/>
                  <a:moveTo>
                    <a:pt x="35104" y="47917"/>
                  </a:moveTo>
                  <a:cubicBezTo>
                    <a:pt x="36079" y="38138"/>
                    <a:pt x="39980" y="28359"/>
                    <a:pt x="49731" y="28359"/>
                  </a:cubicBezTo>
                  <a:cubicBezTo>
                    <a:pt x="54606" y="28359"/>
                    <a:pt x="62407" y="30315"/>
                    <a:pt x="63382" y="47917"/>
                  </a:cubicBezTo>
                  <a:lnTo>
                    <a:pt x="35104" y="47917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3C4EF77-910B-855A-4C33-8BD21F7DE1CF}"/>
                </a:ext>
              </a:extLst>
            </p:cNvPr>
            <p:cNvSpPr/>
            <p:nvPr/>
          </p:nvSpPr>
          <p:spPr>
            <a:xfrm>
              <a:off x="1762248" y="4733525"/>
              <a:ext cx="101411" cy="157441"/>
            </a:xfrm>
            <a:custGeom>
              <a:avLst/>
              <a:gdLst>
                <a:gd name="connsiteX0" fmla="*/ 96536 w 101411"/>
                <a:gd name="connsiteY0" fmla="*/ 127127 h 157441"/>
                <a:gd name="connsiteX1" fmla="*/ 96536 w 101411"/>
                <a:gd name="connsiteY1" fmla="*/ 0 h 157441"/>
                <a:gd name="connsiteX2" fmla="*/ 62407 w 101411"/>
                <a:gd name="connsiteY2" fmla="*/ 0 h 157441"/>
                <a:gd name="connsiteX3" fmla="*/ 62407 w 101411"/>
                <a:gd name="connsiteY3" fmla="*/ 50851 h 157441"/>
                <a:gd name="connsiteX4" fmla="*/ 37054 w 101411"/>
                <a:gd name="connsiteY4" fmla="*/ 40094 h 157441"/>
                <a:gd name="connsiteX5" fmla="*/ 0 w 101411"/>
                <a:gd name="connsiteY5" fmla="*/ 99746 h 157441"/>
                <a:gd name="connsiteX6" fmla="*/ 37054 w 101411"/>
                <a:gd name="connsiteY6" fmla="*/ 157442 h 157441"/>
                <a:gd name="connsiteX7" fmla="*/ 63382 w 101411"/>
                <a:gd name="connsiteY7" fmla="*/ 145707 h 157441"/>
                <a:gd name="connsiteX8" fmla="*/ 65333 w 101411"/>
                <a:gd name="connsiteY8" fmla="*/ 154508 h 157441"/>
                <a:gd name="connsiteX9" fmla="*/ 66308 w 101411"/>
                <a:gd name="connsiteY9" fmla="*/ 155486 h 157441"/>
                <a:gd name="connsiteX10" fmla="*/ 101412 w 101411"/>
                <a:gd name="connsiteY10" fmla="*/ 155486 h 157441"/>
                <a:gd name="connsiteX11" fmla="*/ 100437 w 101411"/>
                <a:gd name="connsiteY11" fmla="*/ 152552 h 157441"/>
                <a:gd name="connsiteX12" fmla="*/ 96536 w 101411"/>
                <a:gd name="connsiteY12" fmla="*/ 127127 h 157441"/>
                <a:gd name="connsiteX13" fmla="*/ 62407 w 101411"/>
                <a:gd name="connsiteY13" fmla="*/ 77254 h 157441"/>
                <a:gd name="connsiteX14" fmla="*/ 62407 w 101411"/>
                <a:gd name="connsiteY14" fmla="*/ 120282 h 157441"/>
                <a:gd name="connsiteX15" fmla="*/ 47781 w 101411"/>
                <a:gd name="connsiteY15" fmla="*/ 129083 h 157441"/>
                <a:gd name="connsiteX16" fmla="*/ 33154 w 101411"/>
                <a:gd name="connsiteY16" fmla="*/ 98768 h 157441"/>
                <a:gd name="connsiteX17" fmla="*/ 47781 w 101411"/>
                <a:gd name="connsiteY17" fmla="*/ 69431 h 157441"/>
                <a:gd name="connsiteX18" fmla="*/ 62407 w 101411"/>
                <a:gd name="connsiteY18" fmla="*/ 77254 h 157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1411" h="157441">
                  <a:moveTo>
                    <a:pt x="96536" y="127127"/>
                  </a:moveTo>
                  <a:lnTo>
                    <a:pt x="96536" y="0"/>
                  </a:lnTo>
                  <a:lnTo>
                    <a:pt x="62407" y="0"/>
                  </a:lnTo>
                  <a:lnTo>
                    <a:pt x="62407" y="50851"/>
                  </a:lnTo>
                  <a:cubicBezTo>
                    <a:pt x="55581" y="44006"/>
                    <a:pt x="46806" y="40094"/>
                    <a:pt x="37054" y="40094"/>
                  </a:cubicBezTo>
                  <a:cubicBezTo>
                    <a:pt x="13652" y="40094"/>
                    <a:pt x="0" y="61608"/>
                    <a:pt x="0" y="99746"/>
                  </a:cubicBezTo>
                  <a:cubicBezTo>
                    <a:pt x="0" y="147663"/>
                    <a:pt x="20477" y="157442"/>
                    <a:pt x="37054" y="157442"/>
                  </a:cubicBezTo>
                  <a:cubicBezTo>
                    <a:pt x="47781" y="157442"/>
                    <a:pt x="56557" y="153530"/>
                    <a:pt x="63382" y="145707"/>
                  </a:cubicBezTo>
                  <a:cubicBezTo>
                    <a:pt x="63382" y="148641"/>
                    <a:pt x="64358" y="152552"/>
                    <a:pt x="65333" y="154508"/>
                  </a:cubicBezTo>
                  <a:lnTo>
                    <a:pt x="66308" y="155486"/>
                  </a:lnTo>
                  <a:lnTo>
                    <a:pt x="101412" y="155486"/>
                  </a:lnTo>
                  <a:lnTo>
                    <a:pt x="100437" y="152552"/>
                  </a:lnTo>
                  <a:cubicBezTo>
                    <a:pt x="97511" y="147663"/>
                    <a:pt x="96536" y="139840"/>
                    <a:pt x="96536" y="127127"/>
                  </a:cubicBezTo>
                  <a:close/>
                  <a:moveTo>
                    <a:pt x="62407" y="77254"/>
                  </a:moveTo>
                  <a:lnTo>
                    <a:pt x="62407" y="120282"/>
                  </a:lnTo>
                  <a:cubicBezTo>
                    <a:pt x="58507" y="124193"/>
                    <a:pt x="53631" y="129083"/>
                    <a:pt x="47781" y="129083"/>
                  </a:cubicBezTo>
                  <a:cubicBezTo>
                    <a:pt x="41930" y="129083"/>
                    <a:pt x="33154" y="126149"/>
                    <a:pt x="33154" y="98768"/>
                  </a:cubicBezTo>
                  <a:cubicBezTo>
                    <a:pt x="33154" y="72365"/>
                    <a:pt x="39980" y="69431"/>
                    <a:pt x="47781" y="69431"/>
                  </a:cubicBezTo>
                  <a:cubicBezTo>
                    <a:pt x="52656" y="69431"/>
                    <a:pt x="56557" y="72365"/>
                    <a:pt x="62407" y="77254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502FAC6-3ADC-F953-3246-ABD8B8E32CB3}"/>
                </a:ext>
              </a:extLst>
            </p:cNvPr>
            <p:cNvSpPr/>
            <p:nvPr/>
          </p:nvSpPr>
          <p:spPr>
            <a:xfrm>
              <a:off x="1879262" y="4733525"/>
              <a:ext cx="34128" cy="30314"/>
            </a:xfrm>
            <a:custGeom>
              <a:avLst/>
              <a:gdLst>
                <a:gd name="connsiteX0" fmla="*/ 0 w 34128"/>
                <a:gd name="connsiteY0" fmla="*/ 0 h 30314"/>
                <a:gd name="connsiteX1" fmla="*/ 34129 w 34128"/>
                <a:gd name="connsiteY1" fmla="*/ 0 h 30314"/>
                <a:gd name="connsiteX2" fmla="*/ 34129 w 34128"/>
                <a:gd name="connsiteY2" fmla="*/ 30315 h 30314"/>
                <a:gd name="connsiteX3" fmla="*/ 0 w 34128"/>
                <a:gd name="connsiteY3" fmla="*/ 30315 h 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28" h="30314">
                  <a:moveTo>
                    <a:pt x="0" y="0"/>
                  </a:moveTo>
                  <a:lnTo>
                    <a:pt x="34129" y="0"/>
                  </a:lnTo>
                  <a:lnTo>
                    <a:pt x="34129" y="30315"/>
                  </a:lnTo>
                  <a:lnTo>
                    <a:pt x="0" y="30315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5CC7289-1460-8B56-DECD-2C02DD80036F}"/>
                </a:ext>
              </a:extLst>
            </p:cNvPr>
            <p:cNvSpPr/>
            <p:nvPr/>
          </p:nvSpPr>
          <p:spPr>
            <a:xfrm>
              <a:off x="1879262" y="4775574"/>
              <a:ext cx="34128" cy="113436"/>
            </a:xfrm>
            <a:custGeom>
              <a:avLst/>
              <a:gdLst>
                <a:gd name="connsiteX0" fmla="*/ 0 w 34128"/>
                <a:gd name="connsiteY0" fmla="*/ 0 h 113436"/>
                <a:gd name="connsiteX1" fmla="*/ 34129 w 34128"/>
                <a:gd name="connsiteY1" fmla="*/ 0 h 113436"/>
                <a:gd name="connsiteX2" fmla="*/ 34129 w 34128"/>
                <a:gd name="connsiteY2" fmla="*/ 113436 h 113436"/>
                <a:gd name="connsiteX3" fmla="*/ 0 w 34128"/>
                <a:gd name="connsiteY3" fmla="*/ 113436 h 113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28" h="113436">
                  <a:moveTo>
                    <a:pt x="0" y="0"/>
                  </a:moveTo>
                  <a:lnTo>
                    <a:pt x="34129" y="0"/>
                  </a:lnTo>
                  <a:lnTo>
                    <a:pt x="34129" y="113436"/>
                  </a:lnTo>
                  <a:lnTo>
                    <a:pt x="0" y="113436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05017CB-5BCC-798A-1271-5B91DE75B2D3}"/>
                </a:ext>
              </a:extLst>
            </p:cNvPr>
            <p:cNvSpPr/>
            <p:nvPr/>
          </p:nvSpPr>
          <p:spPr>
            <a:xfrm>
              <a:off x="1928017" y="4773619"/>
              <a:ext cx="94586" cy="117348"/>
            </a:xfrm>
            <a:custGeom>
              <a:avLst/>
              <a:gdLst>
                <a:gd name="connsiteX0" fmla="*/ 64358 w 94586"/>
                <a:gd name="connsiteY0" fmla="*/ 72365 h 117348"/>
                <a:gd name="connsiteX1" fmla="*/ 49731 w 94586"/>
                <a:gd name="connsiteY1" fmla="*/ 90945 h 117348"/>
                <a:gd name="connsiteX2" fmla="*/ 35104 w 94586"/>
                <a:gd name="connsiteY2" fmla="*/ 58674 h 117348"/>
                <a:gd name="connsiteX3" fmla="*/ 49731 w 94586"/>
                <a:gd name="connsiteY3" fmla="*/ 27381 h 117348"/>
                <a:gd name="connsiteX4" fmla="*/ 63382 w 94586"/>
                <a:gd name="connsiteY4" fmla="*/ 44006 h 117348"/>
                <a:gd name="connsiteX5" fmla="*/ 63382 w 94586"/>
                <a:gd name="connsiteY5" fmla="*/ 45961 h 117348"/>
                <a:gd name="connsiteX6" fmla="*/ 94586 w 94586"/>
                <a:gd name="connsiteY6" fmla="*/ 39116 h 117348"/>
                <a:gd name="connsiteX7" fmla="*/ 93611 w 94586"/>
                <a:gd name="connsiteY7" fmla="*/ 37160 h 117348"/>
                <a:gd name="connsiteX8" fmla="*/ 49731 w 94586"/>
                <a:gd name="connsiteY8" fmla="*/ 0 h 117348"/>
                <a:gd name="connsiteX9" fmla="*/ 0 w 94586"/>
                <a:gd name="connsiteY9" fmla="*/ 58674 h 117348"/>
                <a:gd name="connsiteX10" fmla="*/ 48756 w 94586"/>
                <a:gd name="connsiteY10" fmla="*/ 117348 h 117348"/>
                <a:gd name="connsiteX11" fmla="*/ 93611 w 94586"/>
                <a:gd name="connsiteY11" fmla="*/ 80188 h 117348"/>
                <a:gd name="connsiteX12" fmla="*/ 94586 w 94586"/>
                <a:gd name="connsiteY12" fmla="*/ 78232 h 117348"/>
                <a:gd name="connsiteX13" fmla="*/ 64358 w 94586"/>
                <a:gd name="connsiteY13" fmla="*/ 70409 h 117348"/>
                <a:gd name="connsiteX14" fmla="*/ 64358 w 94586"/>
                <a:gd name="connsiteY14" fmla="*/ 72365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4586" h="117348">
                  <a:moveTo>
                    <a:pt x="64358" y="72365"/>
                  </a:moveTo>
                  <a:cubicBezTo>
                    <a:pt x="61432" y="88989"/>
                    <a:pt x="54606" y="90945"/>
                    <a:pt x="49731" y="90945"/>
                  </a:cubicBezTo>
                  <a:cubicBezTo>
                    <a:pt x="43880" y="90945"/>
                    <a:pt x="35104" y="88011"/>
                    <a:pt x="35104" y="58674"/>
                  </a:cubicBezTo>
                  <a:cubicBezTo>
                    <a:pt x="35104" y="27381"/>
                    <a:pt x="45830" y="27381"/>
                    <a:pt x="49731" y="27381"/>
                  </a:cubicBezTo>
                  <a:cubicBezTo>
                    <a:pt x="55581" y="27381"/>
                    <a:pt x="59482" y="30315"/>
                    <a:pt x="63382" y="44006"/>
                  </a:cubicBezTo>
                  <a:lnTo>
                    <a:pt x="63382" y="45961"/>
                  </a:lnTo>
                  <a:lnTo>
                    <a:pt x="94586" y="39116"/>
                  </a:lnTo>
                  <a:lnTo>
                    <a:pt x="93611" y="37160"/>
                  </a:lnTo>
                  <a:cubicBezTo>
                    <a:pt x="89710" y="21514"/>
                    <a:pt x="80935" y="0"/>
                    <a:pt x="49731" y="0"/>
                  </a:cubicBezTo>
                  <a:cubicBezTo>
                    <a:pt x="25353" y="0"/>
                    <a:pt x="0" y="15646"/>
                    <a:pt x="0" y="58674"/>
                  </a:cubicBezTo>
                  <a:cubicBezTo>
                    <a:pt x="0" y="101702"/>
                    <a:pt x="25353" y="117348"/>
                    <a:pt x="48756" y="117348"/>
                  </a:cubicBezTo>
                  <a:cubicBezTo>
                    <a:pt x="72159" y="117348"/>
                    <a:pt x="87760" y="104635"/>
                    <a:pt x="93611" y="80188"/>
                  </a:cubicBezTo>
                  <a:lnTo>
                    <a:pt x="94586" y="78232"/>
                  </a:lnTo>
                  <a:lnTo>
                    <a:pt x="64358" y="70409"/>
                  </a:lnTo>
                  <a:lnTo>
                    <a:pt x="64358" y="72365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4896BFCA-4851-74AB-279C-8D633FA6E000}"/>
                </a:ext>
              </a:extLst>
            </p:cNvPr>
            <p:cNvSpPr/>
            <p:nvPr/>
          </p:nvSpPr>
          <p:spPr>
            <a:xfrm>
              <a:off x="2036255" y="4733525"/>
              <a:ext cx="34128" cy="30314"/>
            </a:xfrm>
            <a:custGeom>
              <a:avLst/>
              <a:gdLst>
                <a:gd name="connsiteX0" fmla="*/ 0 w 34128"/>
                <a:gd name="connsiteY0" fmla="*/ 0 h 30314"/>
                <a:gd name="connsiteX1" fmla="*/ 34129 w 34128"/>
                <a:gd name="connsiteY1" fmla="*/ 0 h 30314"/>
                <a:gd name="connsiteX2" fmla="*/ 34129 w 34128"/>
                <a:gd name="connsiteY2" fmla="*/ 30315 h 30314"/>
                <a:gd name="connsiteX3" fmla="*/ 0 w 34128"/>
                <a:gd name="connsiteY3" fmla="*/ 30315 h 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28" h="30314">
                  <a:moveTo>
                    <a:pt x="0" y="0"/>
                  </a:moveTo>
                  <a:lnTo>
                    <a:pt x="34129" y="0"/>
                  </a:lnTo>
                  <a:lnTo>
                    <a:pt x="34129" y="30315"/>
                  </a:lnTo>
                  <a:lnTo>
                    <a:pt x="0" y="30315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A71EECA-381D-D38F-4278-71C2477588E9}"/>
                </a:ext>
              </a:extLst>
            </p:cNvPr>
            <p:cNvSpPr/>
            <p:nvPr/>
          </p:nvSpPr>
          <p:spPr>
            <a:xfrm>
              <a:off x="2036255" y="4775574"/>
              <a:ext cx="34128" cy="113436"/>
            </a:xfrm>
            <a:custGeom>
              <a:avLst/>
              <a:gdLst>
                <a:gd name="connsiteX0" fmla="*/ 0 w 34128"/>
                <a:gd name="connsiteY0" fmla="*/ 0 h 113436"/>
                <a:gd name="connsiteX1" fmla="*/ 34129 w 34128"/>
                <a:gd name="connsiteY1" fmla="*/ 0 h 113436"/>
                <a:gd name="connsiteX2" fmla="*/ 34129 w 34128"/>
                <a:gd name="connsiteY2" fmla="*/ 113436 h 113436"/>
                <a:gd name="connsiteX3" fmla="*/ 0 w 34128"/>
                <a:gd name="connsiteY3" fmla="*/ 113436 h 113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28" h="113436">
                  <a:moveTo>
                    <a:pt x="0" y="0"/>
                  </a:moveTo>
                  <a:lnTo>
                    <a:pt x="34129" y="0"/>
                  </a:lnTo>
                  <a:lnTo>
                    <a:pt x="34129" y="113436"/>
                  </a:lnTo>
                  <a:lnTo>
                    <a:pt x="0" y="113436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DA1063A8-F16E-6070-F713-82662C7846ED}"/>
                </a:ext>
              </a:extLst>
            </p:cNvPr>
            <p:cNvSpPr/>
            <p:nvPr/>
          </p:nvSpPr>
          <p:spPr>
            <a:xfrm>
              <a:off x="2091836" y="4773619"/>
              <a:ext cx="92635" cy="115392"/>
            </a:xfrm>
            <a:custGeom>
              <a:avLst/>
              <a:gdLst>
                <a:gd name="connsiteX0" fmla="*/ 64358 w 92635"/>
                <a:gd name="connsiteY0" fmla="*/ 0 h 115392"/>
                <a:gd name="connsiteX1" fmla="*/ 34129 w 92635"/>
                <a:gd name="connsiteY1" fmla="*/ 13691 h 115392"/>
                <a:gd name="connsiteX2" fmla="*/ 34129 w 92635"/>
                <a:gd name="connsiteY2" fmla="*/ 1956 h 115392"/>
                <a:gd name="connsiteX3" fmla="*/ 0 w 92635"/>
                <a:gd name="connsiteY3" fmla="*/ 1956 h 115392"/>
                <a:gd name="connsiteX4" fmla="*/ 0 w 92635"/>
                <a:gd name="connsiteY4" fmla="*/ 115392 h 115392"/>
                <a:gd name="connsiteX5" fmla="*/ 34129 w 92635"/>
                <a:gd name="connsiteY5" fmla="*/ 115392 h 115392"/>
                <a:gd name="connsiteX6" fmla="*/ 34129 w 92635"/>
                <a:gd name="connsiteY6" fmla="*/ 38138 h 115392"/>
                <a:gd name="connsiteX7" fmla="*/ 50706 w 92635"/>
                <a:gd name="connsiteY7" fmla="*/ 29337 h 115392"/>
                <a:gd name="connsiteX8" fmla="*/ 58507 w 92635"/>
                <a:gd name="connsiteY8" fmla="*/ 40094 h 115392"/>
                <a:gd name="connsiteX9" fmla="*/ 58507 w 92635"/>
                <a:gd name="connsiteY9" fmla="*/ 115392 h 115392"/>
                <a:gd name="connsiteX10" fmla="*/ 92636 w 92635"/>
                <a:gd name="connsiteY10" fmla="*/ 115392 h 115392"/>
                <a:gd name="connsiteX11" fmla="*/ 92636 w 92635"/>
                <a:gd name="connsiteY11" fmla="*/ 30315 h 115392"/>
                <a:gd name="connsiteX12" fmla="*/ 64358 w 92635"/>
                <a:gd name="connsiteY12" fmla="*/ 0 h 11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635" h="115392">
                  <a:moveTo>
                    <a:pt x="64358" y="0"/>
                  </a:moveTo>
                  <a:cubicBezTo>
                    <a:pt x="51681" y="0"/>
                    <a:pt x="40955" y="6845"/>
                    <a:pt x="34129" y="13691"/>
                  </a:cubicBezTo>
                  <a:lnTo>
                    <a:pt x="34129" y="1956"/>
                  </a:lnTo>
                  <a:lnTo>
                    <a:pt x="0" y="1956"/>
                  </a:lnTo>
                  <a:lnTo>
                    <a:pt x="0" y="115392"/>
                  </a:lnTo>
                  <a:lnTo>
                    <a:pt x="34129" y="115392"/>
                  </a:lnTo>
                  <a:lnTo>
                    <a:pt x="34129" y="38138"/>
                  </a:lnTo>
                  <a:cubicBezTo>
                    <a:pt x="40955" y="32271"/>
                    <a:pt x="45830" y="29337"/>
                    <a:pt x="50706" y="29337"/>
                  </a:cubicBezTo>
                  <a:cubicBezTo>
                    <a:pt x="54606" y="29337"/>
                    <a:pt x="58507" y="30315"/>
                    <a:pt x="58507" y="40094"/>
                  </a:cubicBezTo>
                  <a:lnTo>
                    <a:pt x="58507" y="115392"/>
                  </a:lnTo>
                  <a:lnTo>
                    <a:pt x="92636" y="115392"/>
                  </a:lnTo>
                  <a:lnTo>
                    <a:pt x="92636" y="30315"/>
                  </a:lnTo>
                  <a:cubicBezTo>
                    <a:pt x="92636" y="10757"/>
                    <a:pt x="82885" y="0"/>
                    <a:pt x="64358" y="0"/>
                  </a:cubicBez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C4CE3BEB-AF5C-D68D-72ED-AD18A2AC10E6}"/>
                </a:ext>
              </a:extLst>
            </p:cNvPr>
            <p:cNvSpPr/>
            <p:nvPr/>
          </p:nvSpPr>
          <p:spPr>
            <a:xfrm>
              <a:off x="2199099" y="4772641"/>
              <a:ext cx="94586" cy="117348"/>
            </a:xfrm>
            <a:custGeom>
              <a:avLst/>
              <a:gdLst>
                <a:gd name="connsiteX0" fmla="*/ 74109 w 94586"/>
                <a:gd name="connsiteY0" fmla="*/ 76276 h 117348"/>
                <a:gd name="connsiteX1" fmla="*/ 73134 w 94586"/>
                <a:gd name="connsiteY1" fmla="*/ 78232 h 117348"/>
                <a:gd name="connsiteX2" fmla="*/ 51681 w 94586"/>
                <a:gd name="connsiteY2" fmla="*/ 90945 h 117348"/>
                <a:gd name="connsiteX3" fmla="*/ 34129 w 94586"/>
                <a:gd name="connsiteY3" fmla="*/ 68453 h 117348"/>
                <a:gd name="connsiteX4" fmla="*/ 94586 w 94586"/>
                <a:gd name="connsiteY4" fmla="*/ 68453 h 117348"/>
                <a:gd name="connsiteX5" fmla="*/ 94586 w 94586"/>
                <a:gd name="connsiteY5" fmla="*/ 60630 h 117348"/>
                <a:gd name="connsiteX6" fmla="*/ 48756 w 94586"/>
                <a:gd name="connsiteY6" fmla="*/ 0 h 117348"/>
                <a:gd name="connsiteX7" fmla="*/ 0 w 94586"/>
                <a:gd name="connsiteY7" fmla="*/ 58674 h 117348"/>
                <a:gd name="connsiteX8" fmla="*/ 49731 w 94586"/>
                <a:gd name="connsiteY8" fmla="*/ 117348 h 117348"/>
                <a:gd name="connsiteX9" fmla="*/ 93611 w 94586"/>
                <a:gd name="connsiteY9" fmla="*/ 93878 h 117348"/>
                <a:gd name="connsiteX10" fmla="*/ 94586 w 94586"/>
                <a:gd name="connsiteY10" fmla="*/ 91923 h 117348"/>
                <a:gd name="connsiteX11" fmla="*/ 74109 w 94586"/>
                <a:gd name="connsiteY11" fmla="*/ 76276 h 117348"/>
                <a:gd name="connsiteX12" fmla="*/ 34129 w 94586"/>
                <a:gd name="connsiteY12" fmla="*/ 47917 h 117348"/>
                <a:gd name="connsiteX13" fmla="*/ 48756 w 94586"/>
                <a:gd name="connsiteY13" fmla="*/ 28359 h 117348"/>
                <a:gd name="connsiteX14" fmla="*/ 62407 w 94586"/>
                <a:gd name="connsiteY14" fmla="*/ 47917 h 117348"/>
                <a:gd name="connsiteX15" fmla="*/ 34129 w 94586"/>
                <a:gd name="connsiteY15" fmla="*/ 47917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4586" h="117348">
                  <a:moveTo>
                    <a:pt x="74109" y="76276"/>
                  </a:moveTo>
                  <a:lnTo>
                    <a:pt x="73134" y="78232"/>
                  </a:lnTo>
                  <a:cubicBezTo>
                    <a:pt x="69233" y="84099"/>
                    <a:pt x="61432" y="90945"/>
                    <a:pt x="51681" y="90945"/>
                  </a:cubicBezTo>
                  <a:cubicBezTo>
                    <a:pt x="40955" y="90945"/>
                    <a:pt x="36079" y="83122"/>
                    <a:pt x="34129" y="68453"/>
                  </a:cubicBezTo>
                  <a:lnTo>
                    <a:pt x="94586" y="68453"/>
                  </a:lnTo>
                  <a:lnTo>
                    <a:pt x="94586" y="60630"/>
                  </a:lnTo>
                  <a:cubicBezTo>
                    <a:pt x="94586" y="22492"/>
                    <a:pt x="78009" y="0"/>
                    <a:pt x="48756" y="0"/>
                  </a:cubicBezTo>
                  <a:cubicBezTo>
                    <a:pt x="26328" y="0"/>
                    <a:pt x="0" y="15646"/>
                    <a:pt x="0" y="58674"/>
                  </a:cubicBezTo>
                  <a:cubicBezTo>
                    <a:pt x="0" y="95834"/>
                    <a:pt x="18527" y="117348"/>
                    <a:pt x="49731" y="117348"/>
                  </a:cubicBezTo>
                  <a:cubicBezTo>
                    <a:pt x="68258" y="117348"/>
                    <a:pt x="82885" y="109525"/>
                    <a:pt x="93611" y="93878"/>
                  </a:cubicBezTo>
                  <a:lnTo>
                    <a:pt x="94586" y="91923"/>
                  </a:lnTo>
                  <a:lnTo>
                    <a:pt x="74109" y="76276"/>
                  </a:lnTo>
                  <a:close/>
                  <a:moveTo>
                    <a:pt x="34129" y="47917"/>
                  </a:moveTo>
                  <a:cubicBezTo>
                    <a:pt x="35104" y="38138"/>
                    <a:pt x="39005" y="28359"/>
                    <a:pt x="48756" y="28359"/>
                  </a:cubicBezTo>
                  <a:cubicBezTo>
                    <a:pt x="53631" y="28359"/>
                    <a:pt x="61432" y="30315"/>
                    <a:pt x="62407" y="47917"/>
                  </a:cubicBezTo>
                  <a:lnTo>
                    <a:pt x="34129" y="47917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08B2FD6F-2D5B-A01A-6AFF-918691D39510}"/>
                </a:ext>
              </a:extLst>
            </p:cNvPr>
            <p:cNvSpPr/>
            <p:nvPr/>
          </p:nvSpPr>
          <p:spPr>
            <a:xfrm>
              <a:off x="1213259" y="4733525"/>
              <a:ext cx="34128" cy="155486"/>
            </a:xfrm>
            <a:custGeom>
              <a:avLst/>
              <a:gdLst>
                <a:gd name="connsiteX0" fmla="*/ 0 w 34128"/>
                <a:gd name="connsiteY0" fmla="*/ 0 h 155486"/>
                <a:gd name="connsiteX1" fmla="*/ 34129 w 34128"/>
                <a:gd name="connsiteY1" fmla="*/ 0 h 155486"/>
                <a:gd name="connsiteX2" fmla="*/ 34129 w 34128"/>
                <a:gd name="connsiteY2" fmla="*/ 155486 h 155486"/>
                <a:gd name="connsiteX3" fmla="*/ 0 w 34128"/>
                <a:gd name="connsiteY3" fmla="*/ 155486 h 155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28" h="155486">
                  <a:moveTo>
                    <a:pt x="0" y="0"/>
                  </a:moveTo>
                  <a:lnTo>
                    <a:pt x="34129" y="0"/>
                  </a:lnTo>
                  <a:lnTo>
                    <a:pt x="34129" y="155486"/>
                  </a:lnTo>
                  <a:lnTo>
                    <a:pt x="0" y="155486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900B9F1-66C1-0FF4-2620-9DF17E7EE4AD}"/>
                </a:ext>
              </a:extLst>
            </p:cNvPr>
            <p:cNvSpPr/>
            <p:nvPr/>
          </p:nvSpPr>
          <p:spPr>
            <a:xfrm>
              <a:off x="757880" y="4528166"/>
              <a:ext cx="118963" cy="164287"/>
            </a:xfrm>
            <a:custGeom>
              <a:avLst/>
              <a:gdLst>
                <a:gd name="connsiteX0" fmla="*/ 64358 w 118963"/>
                <a:gd name="connsiteY0" fmla="*/ 109525 h 164287"/>
                <a:gd name="connsiteX1" fmla="*/ 86785 w 118963"/>
                <a:gd name="connsiteY1" fmla="*/ 109525 h 164287"/>
                <a:gd name="connsiteX2" fmla="*/ 62407 w 118963"/>
                <a:gd name="connsiteY2" fmla="*/ 136906 h 164287"/>
                <a:gd name="connsiteX3" fmla="*/ 34129 w 118963"/>
                <a:gd name="connsiteY3" fmla="*/ 82144 h 164287"/>
                <a:gd name="connsiteX4" fmla="*/ 60457 w 118963"/>
                <a:gd name="connsiteY4" fmla="*/ 30315 h 164287"/>
                <a:gd name="connsiteX5" fmla="*/ 83860 w 118963"/>
                <a:gd name="connsiteY5" fmla="*/ 58674 h 164287"/>
                <a:gd name="connsiteX6" fmla="*/ 116039 w 118963"/>
                <a:gd name="connsiteY6" fmla="*/ 54762 h 164287"/>
                <a:gd name="connsiteX7" fmla="*/ 62407 w 118963"/>
                <a:gd name="connsiteY7" fmla="*/ 0 h 164287"/>
                <a:gd name="connsiteX8" fmla="*/ 0 w 118963"/>
                <a:gd name="connsiteY8" fmla="*/ 82144 h 164287"/>
                <a:gd name="connsiteX9" fmla="*/ 58507 w 118963"/>
                <a:gd name="connsiteY9" fmla="*/ 164287 h 164287"/>
                <a:gd name="connsiteX10" fmla="*/ 92636 w 118963"/>
                <a:gd name="connsiteY10" fmla="*/ 145707 h 164287"/>
                <a:gd name="connsiteX11" fmla="*/ 92636 w 118963"/>
                <a:gd name="connsiteY11" fmla="*/ 161354 h 164287"/>
                <a:gd name="connsiteX12" fmla="*/ 118964 w 118963"/>
                <a:gd name="connsiteY12" fmla="*/ 161354 h 164287"/>
                <a:gd name="connsiteX13" fmla="*/ 118964 w 118963"/>
                <a:gd name="connsiteY13" fmla="*/ 83122 h 164287"/>
                <a:gd name="connsiteX14" fmla="*/ 65333 w 118963"/>
                <a:gd name="connsiteY14" fmla="*/ 83122 h 164287"/>
                <a:gd name="connsiteX15" fmla="*/ 65333 w 118963"/>
                <a:gd name="connsiteY15" fmla="*/ 109525 h 16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8963" h="164287">
                  <a:moveTo>
                    <a:pt x="64358" y="109525"/>
                  </a:moveTo>
                  <a:lnTo>
                    <a:pt x="86785" y="109525"/>
                  </a:lnTo>
                  <a:cubicBezTo>
                    <a:pt x="84835" y="127127"/>
                    <a:pt x="76059" y="136906"/>
                    <a:pt x="62407" y="136906"/>
                  </a:cubicBezTo>
                  <a:cubicBezTo>
                    <a:pt x="50706" y="136906"/>
                    <a:pt x="34129" y="131039"/>
                    <a:pt x="34129" y="82144"/>
                  </a:cubicBezTo>
                  <a:cubicBezTo>
                    <a:pt x="34129" y="47917"/>
                    <a:pt x="42905" y="30315"/>
                    <a:pt x="60457" y="30315"/>
                  </a:cubicBezTo>
                  <a:cubicBezTo>
                    <a:pt x="73134" y="30315"/>
                    <a:pt x="78984" y="38138"/>
                    <a:pt x="83860" y="58674"/>
                  </a:cubicBezTo>
                  <a:lnTo>
                    <a:pt x="116039" y="54762"/>
                  </a:lnTo>
                  <a:cubicBezTo>
                    <a:pt x="109213" y="16624"/>
                    <a:pt x="92636" y="0"/>
                    <a:pt x="62407" y="0"/>
                  </a:cubicBezTo>
                  <a:cubicBezTo>
                    <a:pt x="23403" y="0"/>
                    <a:pt x="0" y="30315"/>
                    <a:pt x="0" y="82144"/>
                  </a:cubicBezTo>
                  <a:cubicBezTo>
                    <a:pt x="0" y="134950"/>
                    <a:pt x="21453" y="164287"/>
                    <a:pt x="58507" y="164287"/>
                  </a:cubicBezTo>
                  <a:cubicBezTo>
                    <a:pt x="75084" y="164287"/>
                    <a:pt x="86785" y="155486"/>
                    <a:pt x="92636" y="145707"/>
                  </a:cubicBezTo>
                  <a:lnTo>
                    <a:pt x="92636" y="161354"/>
                  </a:lnTo>
                  <a:lnTo>
                    <a:pt x="118964" y="161354"/>
                  </a:lnTo>
                  <a:lnTo>
                    <a:pt x="118964" y="83122"/>
                  </a:lnTo>
                  <a:lnTo>
                    <a:pt x="65333" y="83122"/>
                  </a:lnTo>
                  <a:lnTo>
                    <a:pt x="65333" y="109525"/>
                  </a:lnTo>
                  <a:close/>
                </a:path>
              </a:pathLst>
            </a:custGeom>
            <a:solidFill>
              <a:srgbClr val="FFFFFF"/>
            </a:solidFill>
            <a:ln w="97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7501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6230" y="339586"/>
            <a:ext cx="7443103" cy="6771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6231" y="1553204"/>
            <a:ext cx="7443102" cy="264718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18862" y="4642652"/>
            <a:ext cx="286597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441C0E6-2A71-4EB3-9E92-A3D15D26B6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CF305-E504-C584-60ED-B2792D61D0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25512" y="4665770"/>
            <a:ext cx="859536" cy="95050"/>
          </a:xfrm>
          <a:prstGeom prst="roundRect">
            <a:avLst>
              <a:gd name="adj" fmla="val 50000"/>
            </a:avLst>
          </a:prstGeom>
          <a:ln>
            <a:solidFill>
              <a:schemeClr val="tx2"/>
            </a:solidFill>
          </a:ln>
        </p:spPr>
        <p:txBody>
          <a:bodyPr vert="horz" lIns="45720" tIns="45720" rIns="91440" bIns="45720" rtlCol="0" anchor="ctr"/>
          <a:lstStyle>
            <a:lvl1pPr algn="r">
              <a:defRPr sz="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NYU Langone Health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8757B1-699B-2F08-9B40-080BC32C47F1}"/>
              </a:ext>
            </a:extLst>
          </p:cNvPr>
          <p:cNvSpPr/>
          <p:nvPr userDrawn="1"/>
        </p:nvSpPr>
        <p:spPr>
          <a:xfrm>
            <a:off x="-2" y="0"/>
            <a:ext cx="9143999" cy="642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aphic 6">
            <a:extLst>
              <a:ext uri="{FF2B5EF4-FFF2-40B4-BE49-F238E27FC236}">
                <a16:creationId xmlns:a16="http://schemas.microsoft.com/office/drawing/2014/main" id="{4B086F94-FCC5-D79F-0D84-E19C5BA31693}"/>
              </a:ext>
            </a:extLst>
          </p:cNvPr>
          <p:cNvGrpSpPr/>
          <p:nvPr userDrawn="1"/>
        </p:nvGrpSpPr>
        <p:grpSpPr>
          <a:xfrm>
            <a:off x="278604" y="4554538"/>
            <a:ext cx="1331528" cy="342900"/>
            <a:chOff x="278604" y="4554538"/>
            <a:chExt cx="1331528" cy="342900"/>
          </a:xfrm>
          <a:solidFill>
            <a:schemeClr val="tx2"/>
          </a:solidFill>
        </p:grpSpPr>
        <p:grpSp>
          <p:nvGrpSpPr>
            <p:cNvPr id="7" name="Graphic 6">
              <a:extLst>
                <a:ext uri="{FF2B5EF4-FFF2-40B4-BE49-F238E27FC236}">
                  <a16:creationId xmlns:a16="http://schemas.microsoft.com/office/drawing/2014/main" id="{760663A1-6726-40C1-B5D9-8BBB22DA3BB9}"/>
                </a:ext>
              </a:extLst>
            </p:cNvPr>
            <p:cNvGrpSpPr/>
            <p:nvPr/>
          </p:nvGrpSpPr>
          <p:grpSpPr>
            <a:xfrm>
              <a:off x="278604" y="4554538"/>
              <a:ext cx="298793" cy="342427"/>
              <a:chOff x="278604" y="4554538"/>
              <a:chExt cx="298793" cy="342427"/>
            </a:xfrm>
            <a:grpFill/>
          </p:grpSpPr>
          <p:grpSp>
            <p:nvGrpSpPr>
              <p:cNvPr id="40" name="Graphic 6">
                <a:extLst>
                  <a:ext uri="{FF2B5EF4-FFF2-40B4-BE49-F238E27FC236}">
                    <a16:creationId xmlns:a16="http://schemas.microsoft.com/office/drawing/2014/main" id="{C6754F4F-7B72-05E8-4F53-1ED2ABC8EF16}"/>
                  </a:ext>
                </a:extLst>
              </p:cNvPr>
              <p:cNvGrpSpPr/>
              <p:nvPr/>
            </p:nvGrpSpPr>
            <p:grpSpPr>
              <a:xfrm>
                <a:off x="278604" y="4554538"/>
                <a:ext cx="297175" cy="342427"/>
                <a:chOff x="278604" y="4554538"/>
                <a:chExt cx="297175" cy="342427"/>
              </a:xfrm>
              <a:grpFill/>
            </p:grpSpPr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90419D21-2162-8BD6-EBDF-BF100653461B}"/>
                    </a:ext>
                  </a:extLst>
                </p:cNvPr>
                <p:cNvSpPr/>
                <p:nvPr/>
              </p:nvSpPr>
              <p:spPr>
                <a:xfrm>
                  <a:off x="293446" y="4554538"/>
                  <a:ext cx="282332" cy="106045"/>
                </a:xfrm>
                <a:custGeom>
                  <a:avLst/>
                  <a:gdLst>
                    <a:gd name="connsiteX0" fmla="*/ 282051 w 282332"/>
                    <a:gd name="connsiteY0" fmla="*/ 70485 h 106045"/>
                    <a:gd name="connsiteX1" fmla="*/ 282051 w 282332"/>
                    <a:gd name="connsiteY1" fmla="*/ 70485 h 106045"/>
                    <a:gd name="connsiteX2" fmla="*/ 280152 w 282332"/>
                    <a:gd name="connsiteY2" fmla="*/ 67310 h 106045"/>
                    <a:gd name="connsiteX3" fmla="*/ 257357 w 282332"/>
                    <a:gd name="connsiteY3" fmla="*/ 41910 h 106045"/>
                    <a:gd name="connsiteX4" fmla="*/ 152247 w 282332"/>
                    <a:gd name="connsiteY4" fmla="*/ 0 h 106045"/>
                    <a:gd name="connsiteX5" fmla="*/ 31308 w 282332"/>
                    <a:gd name="connsiteY5" fmla="*/ 55880 h 106045"/>
                    <a:gd name="connsiteX6" fmla="*/ 281 w 282332"/>
                    <a:gd name="connsiteY6" fmla="*/ 104775 h 106045"/>
                    <a:gd name="connsiteX7" fmla="*/ 281 w 282332"/>
                    <a:gd name="connsiteY7" fmla="*/ 106045 h 106045"/>
                    <a:gd name="connsiteX8" fmla="*/ 915 w 282332"/>
                    <a:gd name="connsiteY8" fmla="*/ 104775 h 106045"/>
                    <a:gd name="connsiteX9" fmla="*/ 35107 w 282332"/>
                    <a:gd name="connsiteY9" fmla="*/ 61595 h 106045"/>
                    <a:gd name="connsiteX10" fmla="*/ 152880 w 282332"/>
                    <a:gd name="connsiteY10" fmla="*/ 20955 h 106045"/>
                    <a:gd name="connsiteX11" fmla="*/ 251025 w 282332"/>
                    <a:gd name="connsiteY11" fmla="*/ 47625 h 106045"/>
                    <a:gd name="connsiteX12" fmla="*/ 278885 w 282332"/>
                    <a:gd name="connsiteY12" fmla="*/ 68580 h 106045"/>
                    <a:gd name="connsiteX13" fmla="*/ 282051 w 282332"/>
                    <a:gd name="connsiteY13" fmla="*/ 70485 h 106045"/>
                    <a:gd name="connsiteX14" fmla="*/ 282051 w 282332"/>
                    <a:gd name="connsiteY14" fmla="*/ 70485 h 106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82332" h="106045">
                      <a:moveTo>
                        <a:pt x="282051" y="70485"/>
                      </a:moveTo>
                      <a:cubicBezTo>
                        <a:pt x="282051" y="70485"/>
                        <a:pt x="282685" y="70485"/>
                        <a:pt x="282051" y="70485"/>
                      </a:cubicBezTo>
                      <a:cubicBezTo>
                        <a:pt x="282051" y="69850"/>
                        <a:pt x="281418" y="69215"/>
                        <a:pt x="280152" y="67310"/>
                      </a:cubicBezTo>
                      <a:cubicBezTo>
                        <a:pt x="278885" y="65405"/>
                        <a:pt x="269388" y="52705"/>
                        <a:pt x="257357" y="41910"/>
                      </a:cubicBezTo>
                      <a:cubicBezTo>
                        <a:pt x="245960" y="31115"/>
                        <a:pt x="209868" y="0"/>
                        <a:pt x="152247" y="0"/>
                      </a:cubicBezTo>
                      <a:cubicBezTo>
                        <a:pt x="92727" y="0"/>
                        <a:pt x="52203" y="32385"/>
                        <a:pt x="31308" y="55880"/>
                      </a:cubicBezTo>
                      <a:cubicBezTo>
                        <a:pt x="11046" y="78740"/>
                        <a:pt x="915" y="104140"/>
                        <a:pt x="281" y="104775"/>
                      </a:cubicBezTo>
                      <a:cubicBezTo>
                        <a:pt x="281" y="105410"/>
                        <a:pt x="-352" y="105410"/>
                        <a:pt x="281" y="106045"/>
                      </a:cubicBezTo>
                      <a:cubicBezTo>
                        <a:pt x="915" y="106045"/>
                        <a:pt x="915" y="105410"/>
                        <a:pt x="915" y="104775"/>
                      </a:cubicBezTo>
                      <a:cubicBezTo>
                        <a:pt x="1548" y="104140"/>
                        <a:pt x="11679" y="80645"/>
                        <a:pt x="35107" y="61595"/>
                      </a:cubicBezTo>
                      <a:cubicBezTo>
                        <a:pt x="58535" y="42545"/>
                        <a:pt x="96526" y="20955"/>
                        <a:pt x="152880" y="20955"/>
                      </a:cubicBezTo>
                      <a:cubicBezTo>
                        <a:pt x="201003" y="20955"/>
                        <a:pt x="235195" y="38100"/>
                        <a:pt x="251025" y="47625"/>
                      </a:cubicBezTo>
                      <a:cubicBezTo>
                        <a:pt x="266855" y="57150"/>
                        <a:pt x="276986" y="66675"/>
                        <a:pt x="278885" y="68580"/>
                      </a:cubicBezTo>
                      <a:cubicBezTo>
                        <a:pt x="280785" y="69850"/>
                        <a:pt x="281418" y="69850"/>
                        <a:pt x="282051" y="70485"/>
                      </a:cubicBezTo>
                      <a:cubicBezTo>
                        <a:pt x="282051" y="70485"/>
                        <a:pt x="282051" y="70485"/>
                        <a:pt x="282051" y="70485"/>
                      </a:cubicBezTo>
                      <a:close/>
                    </a:path>
                  </a:pathLst>
                </a:custGeom>
                <a:grpFill/>
                <a:ln w="630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AD6E3AEC-C711-59F2-4C84-06726C0A050A}"/>
                    </a:ext>
                  </a:extLst>
                </p:cNvPr>
                <p:cNvSpPr/>
                <p:nvPr/>
              </p:nvSpPr>
              <p:spPr>
                <a:xfrm>
                  <a:off x="278604" y="4715192"/>
                  <a:ext cx="255736" cy="181772"/>
                </a:xfrm>
                <a:custGeom>
                  <a:avLst/>
                  <a:gdLst>
                    <a:gd name="connsiteX0" fmla="*/ 1194 w 255736"/>
                    <a:gd name="connsiteY0" fmla="*/ 0 h 181772"/>
                    <a:gd name="connsiteX1" fmla="*/ 1194 w 255736"/>
                    <a:gd name="connsiteY1" fmla="*/ 0 h 181772"/>
                    <a:gd name="connsiteX2" fmla="*/ 1194 w 255736"/>
                    <a:gd name="connsiteY2" fmla="*/ 2540 h 181772"/>
                    <a:gd name="connsiteX3" fmla="*/ 14491 w 255736"/>
                    <a:gd name="connsiteY3" fmla="*/ 60960 h 181772"/>
                    <a:gd name="connsiteX4" fmla="*/ 96806 w 255736"/>
                    <a:gd name="connsiteY4" fmla="*/ 144145 h 181772"/>
                    <a:gd name="connsiteX5" fmla="*/ 203182 w 255736"/>
                    <a:gd name="connsiteY5" fmla="*/ 163195 h 181772"/>
                    <a:gd name="connsiteX6" fmla="*/ 254470 w 255736"/>
                    <a:gd name="connsiteY6" fmla="*/ 148590 h 181772"/>
                    <a:gd name="connsiteX7" fmla="*/ 255737 w 255736"/>
                    <a:gd name="connsiteY7" fmla="*/ 147955 h 181772"/>
                    <a:gd name="connsiteX8" fmla="*/ 255737 w 255736"/>
                    <a:gd name="connsiteY8" fmla="*/ 147955 h 181772"/>
                    <a:gd name="connsiteX9" fmla="*/ 254470 w 255736"/>
                    <a:gd name="connsiteY9" fmla="*/ 148590 h 181772"/>
                    <a:gd name="connsiteX10" fmla="*/ 250671 w 255736"/>
                    <a:gd name="connsiteY10" fmla="*/ 151765 h 181772"/>
                    <a:gd name="connsiteX11" fmla="*/ 219012 w 255736"/>
                    <a:gd name="connsiteY11" fmla="*/ 169545 h 181772"/>
                    <a:gd name="connsiteX12" fmla="*/ 83509 w 255736"/>
                    <a:gd name="connsiteY12" fmla="*/ 162560 h 181772"/>
                    <a:gd name="connsiteX13" fmla="*/ 3727 w 255736"/>
                    <a:gd name="connsiteY13" fmla="*/ 52705 h 181772"/>
                    <a:gd name="connsiteX14" fmla="*/ 561 w 255736"/>
                    <a:gd name="connsiteY14" fmla="*/ 1270 h 181772"/>
                    <a:gd name="connsiteX15" fmla="*/ 1194 w 255736"/>
                    <a:gd name="connsiteY15" fmla="*/ 0 h 181772"/>
                    <a:gd name="connsiteX16" fmla="*/ 1194 w 255736"/>
                    <a:gd name="connsiteY16" fmla="*/ 0 h 1817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55736" h="181772">
                      <a:moveTo>
                        <a:pt x="1194" y="0"/>
                      </a:moveTo>
                      <a:cubicBezTo>
                        <a:pt x="1827" y="0"/>
                        <a:pt x="1827" y="0"/>
                        <a:pt x="1194" y="0"/>
                      </a:cubicBezTo>
                      <a:cubicBezTo>
                        <a:pt x="1827" y="635"/>
                        <a:pt x="1194" y="1270"/>
                        <a:pt x="1194" y="2540"/>
                      </a:cubicBezTo>
                      <a:cubicBezTo>
                        <a:pt x="1194" y="3810"/>
                        <a:pt x="-72" y="31750"/>
                        <a:pt x="14491" y="60960"/>
                      </a:cubicBezTo>
                      <a:cubicBezTo>
                        <a:pt x="29054" y="91440"/>
                        <a:pt x="55015" y="123190"/>
                        <a:pt x="96806" y="144145"/>
                      </a:cubicBezTo>
                      <a:cubicBezTo>
                        <a:pt x="136064" y="163195"/>
                        <a:pt x="174688" y="166370"/>
                        <a:pt x="203182" y="163195"/>
                      </a:cubicBezTo>
                      <a:cubicBezTo>
                        <a:pt x="231042" y="160020"/>
                        <a:pt x="251938" y="149860"/>
                        <a:pt x="254470" y="148590"/>
                      </a:cubicBezTo>
                      <a:cubicBezTo>
                        <a:pt x="255737" y="147955"/>
                        <a:pt x="255737" y="147955"/>
                        <a:pt x="255737" y="147955"/>
                      </a:cubicBezTo>
                      <a:cubicBezTo>
                        <a:pt x="255737" y="147955"/>
                        <a:pt x="255737" y="147955"/>
                        <a:pt x="255737" y="147955"/>
                      </a:cubicBezTo>
                      <a:cubicBezTo>
                        <a:pt x="255737" y="147955"/>
                        <a:pt x="255104" y="148590"/>
                        <a:pt x="254470" y="148590"/>
                      </a:cubicBezTo>
                      <a:cubicBezTo>
                        <a:pt x="253837" y="149225"/>
                        <a:pt x="252571" y="150495"/>
                        <a:pt x="250671" y="151765"/>
                      </a:cubicBezTo>
                      <a:cubicBezTo>
                        <a:pt x="247505" y="154305"/>
                        <a:pt x="241173" y="160020"/>
                        <a:pt x="219012" y="169545"/>
                      </a:cubicBezTo>
                      <a:cubicBezTo>
                        <a:pt x="187985" y="182880"/>
                        <a:pt x="135431" y="191135"/>
                        <a:pt x="83509" y="162560"/>
                      </a:cubicBezTo>
                      <a:cubicBezTo>
                        <a:pt x="33487" y="135255"/>
                        <a:pt x="11325" y="88265"/>
                        <a:pt x="3727" y="52705"/>
                      </a:cubicBezTo>
                      <a:cubicBezTo>
                        <a:pt x="-1972" y="25400"/>
                        <a:pt x="561" y="3175"/>
                        <a:pt x="561" y="1270"/>
                      </a:cubicBezTo>
                      <a:cubicBezTo>
                        <a:pt x="1194" y="635"/>
                        <a:pt x="1194" y="635"/>
                        <a:pt x="1194" y="0"/>
                      </a:cubicBezTo>
                      <a:cubicBezTo>
                        <a:pt x="1194" y="0"/>
                        <a:pt x="1194" y="0"/>
                        <a:pt x="1194" y="0"/>
                      </a:cubicBezTo>
                      <a:close/>
                    </a:path>
                  </a:pathLst>
                </a:custGeom>
                <a:grpFill/>
                <a:ln w="630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60A33F2D-2B6A-3F94-7993-BDE6531054A9}"/>
                  </a:ext>
                </a:extLst>
              </p:cNvPr>
              <p:cNvSpPr/>
              <p:nvPr/>
            </p:nvSpPr>
            <p:spPr>
              <a:xfrm>
                <a:off x="342484" y="4665663"/>
                <a:ext cx="234913" cy="102234"/>
              </a:xfrm>
              <a:custGeom>
                <a:avLst/>
                <a:gdLst>
                  <a:gd name="connsiteX0" fmla="*/ 131071 w 234913"/>
                  <a:gd name="connsiteY0" fmla="*/ 100330 h 102234"/>
                  <a:gd name="connsiteX1" fmla="*/ 131071 w 234913"/>
                  <a:gd name="connsiteY1" fmla="*/ 60960 h 102234"/>
                  <a:gd name="connsiteX2" fmla="*/ 159564 w 234913"/>
                  <a:gd name="connsiteY2" fmla="*/ 0 h 102234"/>
                  <a:gd name="connsiteX3" fmla="*/ 137402 w 234913"/>
                  <a:gd name="connsiteY3" fmla="*/ 0 h 102234"/>
                  <a:gd name="connsiteX4" fmla="*/ 120306 w 234913"/>
                  <a:gd name="connsiteY4" fmla="*/ 40005 h 102234"/>
                  <a:gd name="connsiteX5" fmla="*/ 103210 w 234913"/>
                  <a:gd name="connsiteY5" fmla="*/ 0 h 102234"/>
                  <a:gd name="connsiteX6" fmla="*/ 80415 w 234913"/>
                  <a:gd name="connsiteY6" fmla="*/ 0 h 102234"/>
                  <a:gd name="connsiteX7" fmla="*/ 108909 w 234913"/>
                  <a:gd name="connsiteY7" fmla="*/ 60960 h 102234"/>
                  <a:gd name="connsiteX8" fmla="*/ 108909 w 234913"/>
                  <a:gd name="connsiteY8" fmla="*/ 100330 h 102234"/>
                  <a:gd name="connsiteX9" fmla="*/ 131071 w 234913"/>
                  <a:gd name="connsiteY9" fmla="*/ 100330 h 102234"/>
                  <a:gd name="connsiteX10" fmla="*/ 53188 w 234913"/>
                  <a:gd name="connsiteY10" fmla="*/ 57785 h 102234"/>
                  <a:gd name="connsiteX11" fmla="*/ 22795 w 234913"/>
                  <a:gd name="connsiteY11" fmla="*/ 635 h 102234"/>
                  <a:gd name="connsiteX12" fmla="*/ 22795 w 234913"/>
                  <a:gd name="connsiteY12" fmla="*/ 0 h 102234"/>
                  <a:gd name="connsiteX13" fmla="*/ 0 w 234913"/>
                  <a:gd name="connsiteY13" fmla="*/ 0 h 102234"/>
                  <a:gd name="connsiteX14" fmla="*/ 0 w 234913"/>
                  <a:gd name="connsiteY14" fmla="*/ 100965 h 102234"/>
                  <a:gd name="connsiteX15" fmla="*/ 20262 w 234913"/>
                  <a:gd name="connsiteY15" fmla="*/ 100965 h 102234"/>
                  <a:gd name="connsiteX16" fmla="*/ 20262 w 234913"/>
                  <a:gd name="connsiteY16" fmla="*/ 41275 h 102234"/>
                  <a:gd name="connsiteX17" fmla="*/ 53188 w 234913"/>
                  <a:gd name="connsiteY17" fmla="*/ 100330 h 102234"/>
                  <a:gd name="connsiteX18" fmla="*/ 53821 w 234913"/>
                  <a:gd name="connsiteY18" fmla="*/ 100965 h 102234"/>
                  <a:gd name="connsiteX19" fmla="*/ 74083 w 234913"/>
                  <a:gd name="connsiteY19" fmla="*/ 100965 h 102234"/>
                  <a:gd name="connsiteX20" fmla="*/ 74083 w 234913"/>
                  <a:gd name="connsiteY20" fmla="*/ 0 h 102234"/>
                  <a:gd name="connsiteX21" fmla="*/ 53821 w 234913"/>
                  <a:gd name="connsiteY21" fmla="*/ 0 h 102234"/>
                  <a:gd name="connsiteX22" fmla="*/ 53821 w 234913"/>
                  <a:gd name="connsiteY22" fmla="*/ 57785 h 102234"/>
                  <a:gd name="connsiteX23" fmla="*/ 234914 w 234913"/>
                  <a:gd name="connsiteY23" fmla="*/ 65405 h 102234"/>
                  <a:gd name="connsiteX24" fmla="*/ 234914 w 234913"/>
                  <a:gd name="connsiteY24" fmla="*/ 0 h 102234"/>
                  <a:gd name="connsiteX25" fmla="*/ 213385 w 234913"/>
                  <a:gd name="connsiteY25" fmla="*/ 0 h 102234"/>
                  <a:gd name="connsiteX26" fmla="*/ 213385 w 234913"/>
                  <a:gd name="connsiteY26" fmla="*/ 64770 h 102234"/>
                  <a:gd name="connsiteX27" fmla="*/ 200722 w 234913"/>
                  <a:gd name="connsiteY27" fmla="*/ 83185 h 102234"/>
                  <a:gd name="connsiteX28" fmla="*/ 188058 w 234913"/>
                  <a:gd name="connsiteY28" fmla="*/ 64770 h 102234"/>
                  <a:gd name="connsiteX29" fmla="*/ 188058 w 234913"/>
                  <a:gd name="connsiteY29" fmla="*/ 0 h 102234"/>
                  <a:gd name="connsiteX30" fmla="*/ 165896 w 234913"/>
                  <a:gd name="connsiteY30" fmla="*/ 0 h 102234"/>
                  <a:gd name="connsiteX31" fmla="*/ 165896 w 234913"/>
                  <a:gd name="connsiteY31" fmla="*/ 65405 h 102234"/>
                  <a:gd name="connsiteX32" fmla="*/ 200722 w 234913"/>
                  <a:gd name="connsiteY32" fmla="*/ 102235 h 102234"/>
                  <a:gd name="connsiteX33" fmla="*/ 234914 w 234913"/>
                  <a:gd name="connsiteY33" fmla="*/ 65405 h 102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34913" h="102234">
                    <a:moveTo>
                      <a:pt x="131071" y="100330"/>
                    </a:moveTo>
                    <a:lnTo>
                      <a:pt x="131071" y="60960"/>
                    </a:lnTo>
                    <a:lnTo>
                      <a:pt x="159564" y="0"/>
                    </a:lnTo>
                    <a:lnTo>
                      <a:pt x="137402" y="0"/>
                    </a:lnTo>
                    <a:lnTo>
                      <a:pt x="120306" y="40005"/>
                    </a:lnTo>
                    <a:lnTo>
                      <a:pt x="103210" y="0"/>
                    </a:lnTo>
                    <a:lnTo>
                      <a:pt x="80415" y="0"/>
                    </a:lnTo>
                    <a:lnTo>
                      <a:pt x="108909" y="60960"/>
                    </a:lnTo>
                    <a:lnTo>
                      <a:pt x="108909" y="100330"/>
                    </a:lnTo>
                    <a:lnTo>
                      <a:pt x="131071" y="100330"/>
                    </a:lnTo>
                    <a:close/>
                    <a:moveTo>
                      <a:pt x="53188" y="57785"/>
                    </a:moveTo>
                    <a:cubicBezTo>
                      <a:pt x="46223" y="43815"/>
                      <a:pt x="24061" y="2540"/>
                      <a:pt x="22795" y="635"/>
                    </a:cubicBezTo>
                    <a:lnTo>
                      <a:pt x="22795" y="0"/>
                    </a:lnTo>
                    <a:lnTo>
                      <a:pt x="0" y="0"/>
                    </a:lnTo>
                    <a:lnTo>
                      <a:pt x="0" y="100965"/>
                    </a:lnTo>
                    <a:lnTo>
                      <a:pt x="20262" y="100965"/>
                    </a:lnTo>
                    <a:lnTo>
                      <a:pt x="20262" y="41275"/>
                    </a:lnTo>
                    <a:cubicBezTo>
                      <a:pt x="27860" y="55245"/>
                      <a:pt x="51922" y="97790"/>
                      <a:pt x="53188" y="100330"/>
                    </a:cubicBezTo>
                    <a:lnTo>
                      <a:pt x="53821" y="100965"/>
                    </a:lnTo>
                    <a:lnTo>
                      <a:pt x="74083" y="100965"/>
                    </a:lnTo>
                    <a:lnTo>
                      <a:pt x="74083" y="0"/>
                    </a:lnTo>
                    <a:lnTo>
                      <a:pt x="53821" y="0"/>
                    </a:lnTo>
                    <a:lnTo>
                      <a:pt x="53821" y="57785"/>
                    </a:lnTo>
                    <a:close/>
                    <a:moveTo>
                      <a:pt x="234914" y="65405"/>
                    </a:moveTo>
                    <a:lnTo>
                      <a:pt x="234914" y="0"/>
                    </a:lnTo>
                    <a:lnTo>
                      <a:pt x="213385" y="0"/>
                    </a:lnTo>
                    <a:lnTo>
                      <a:pt x="213385" y="64770"/>
                    </a:lnTo>
                    <a:cubicBezTo>
                      <a:pt x="213385" y="78105"/>
                      <a:pt x="209586" y="83185"/>
                      <a:pt x="200722" y="83185"/>
                    </a:cubicBezTo>
                    <a:cubicBezTo>
                      <a:pt x="191224" y="83185"/>
                      <a:pt x="188058" y="78105"/>
                      <a:pt x="188058" y="64770"/>
                    </a:cubicBezTo>
                    <a:lnTo>
                      <a:pt x="188058" y="0"/>
                    </a:lnTo>
                    <a:lnTo>
                      <a:pt x="165896" y="0"/>
                    </a:lnTo>
                    <a:lnTo>
                      <a:pt x="165896" y="65405"/>
                    </a:lnTo>
                    <a:cubicBezTo>
                      <a:pt x="165896" y="89535"/>
                      <a:pt x="177927" y="102235"/>
                      <a:pt x="200722" y="102235"/>
                    </a:cubicBezTo>
                    <a:cubicBezTo>
                      <a:pt x="223516" y="102235"/>
                      <a:pt x="234914" y="90170"/>
                      <a:pt x="234914" y="65405"/>
                    </a:cubicBezTo>
                    <a:close/>
                  </a:path>
                </a:pathLst>
              </a:custGeom>
              <a:grpFill/>
              <a:ln w="63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" name="Graphic 6">
              <a:extLst>
                <a:ext uri="{FF2B5EF4-FFF2-40B4-BE49-F238E27FC236}">
                  <a16:creationId xmlns:a16="http://schemas.microsoft.com/office/drawing/2014/main" id="{BB37AE02-A11E-B813-5800-499F3CABFEAF}"/>
                </a:ext>
              </a:extLst>
            </p:cNvPr>
            <p:cNvGrpSpPr/>
            <p:nvPr/>
          </p:nvGrpSpPr>
          <p:grpSpPr>
            <a:xfrm>
              <a:off x="704036" y="4691063"/>
              <a:ext cx="497055" cy="76834"/>
              <a:chOff x="704036" y="4691063"/>
              <a:chExt cx="497055" cy="76834"/>
            </a:xfrm>
            <a:grpFill/>
          </p:grpSpPr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7A1EA663-3788-6CD5-3285-D4012953021B}"/>
                  </a:ext>
                </a:extLst>
              </p:cNvPr>
              <p:cNvSpPr/>
              <p:nvPr/>
            </p:nvSpPr>
            <p:spPr>
              <a:xfrm>
                <a:off x="704036" y="4691698"/>
                <a:ext cx="43690" cy="74930"/>
              </a:xfrm>
              <a:custGeom>
                <a:avLst/>
                <a:gdLst>
                  <a:gd name="connsiteX0" fmla="*/ 22162 w 43690"/>
                  <a:gd name="connsiteY0" fmla="*/ 74930 h 74930"/>
                  <a:gd name="connsiteX1" fmla="*/ 0 w 43690"/>
                  <a:gd name="connsiteY1" fmla="*/ 74930 h 74930"/>
                  <a:gd name="connsiteX2" fmla="*/ 0 w 43690"/>
                  <a:gd name="connsiteY2" fmla="*/ 1270 h 74930"/>
                  <a:gd name="connsiteX3" fmla="*/ 22162 w 43690"/>
                  <a:gd name="connsiteY3" fmla="*/ 1270 h 74930"/>
                  <a:gd name="connsiteX4" fmla="*/ 22162 w 43690"/>
                  <a:gd name="connsiteY4" fmla="*/ 10795 h 74930"/>
                  <a:gd name="connsiteX5" fmla="*/ 41791 w 43690"/>
                  <a:gd name="connsiteY5" fmla="*/ 0 h 74930"/>
                  <a:gd name="connsiteX6" fmla="*/ 43057 w 43690"/>
                  <a:gd name="connsiteY6" fmla="*/ 0 h 74930"/>
                  <a:gd name="connsiteX7" fmla="*/ 43690 w 43690"/>
                  <a:gd name="connsiteY7" fmla="*/ 0 h 74930"/>
                  <a:gd name="connsiteX8" fmla="*/ 43690 w 43690"/>
                  <a:gd name="connsiteY8" fmla="*/ 18415 h 74930"/>
                  <a:gd name="connsiteX9" fmla="*/ 42424 w 43690"/>
                  <a:gd name="connsiteY9" fmla="*/ 18415 h 74930"/>
                  <a:gd name="connsiteX10" fmla="*/ 38625 w 43690"/>
                  <a:gd name="connsiteY10" fmla="*/ 17780 h 74930"/>
                  <a:gd name="connsiteX11" fmla="*/ 22162 w 43690"/>
                  <a:gd name="connsiteY11" fmla="*/ 25400 h 74930"/>
                  <a:gd name="connsiteX12" fmla="*/ 22162 w 43690"/>
                  <a:gd name="connsiteY12" fmla="*/ 74930 h 74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3690" h="74930">
                    <a:moveTo>
                      <a:pt x="22162" y="74930"/>
                    </a:moveTo>
                    <a:lnTo>
                      <a:pt x="0" y="74930"/>
                    </a:lnTo>
                    <a:lnTo>
                      <a:pt x="0" y="1270"/>
                    </a:lnTo>
                    <a:lnTo>
                      <a:pt x="22162" y="1270"/>
                    </a:lnTo>
                    <a:lnTo>
                      <a:pt x="22162" y="10795"/>
                    </a:lnTo>
                    <a:cubicBezTo>
                      <a:pt x="25961" y="5080"/>
                      <a:pt x="31660" y="0"/>
                      <a:pt x="41791" y="0"/>
                    </a:cubicBezTo>
                    <a:cubicBezTo>
                      <a:pt x="41791" y="0"/>
                      <a:pt x="43057" y="0"/>
                      <a:pt x="43057" y="0"/>
                    </a:cubicBezTo>
                    <a:lnTo>
                      <a:pt x="43690" y="0"/>
                    </a:lnTo>
                    <a:lnTo>
                      <a:pt x="43690" y="18415"/>
                    </a:lnTo>
                    <a:lnTo>
                      <a:pt x="42424" y="18415"/>
                    </a:lnTo>
                    <a:cubicBezTo>
                      <a:pt x="41791" y="18415"/>
                      <a:pt x="39258" y="17780"/>
                      <a:pt x="38625" y="17780"/>
                    </a:cubicBezTo>
                    <a:cubicBezTo>
                      <a:pt x="29760" y="17780"/>
                      <a:pt x="24061" y="22860"/>
                      <a:pt x="22162" y="25400"/>
                    </a:cubicBezTo>
                    <a:lnTo>
                      <a:pt x="22162" y="74930"/>
                    </a:lnTo>
                    <a:close/>
                  </a:path>
                </a:pathLst>
              </a:custGeom>
              <a:grpFill/>
              <a:ln w="63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A5D115EF-ADC1-3606-F9F8-D44EE9F176EA}"/>
                  </a:ext>
                </a:extLst>
              </p:cNvPr>
              <p:cNvSpPr/>
              <p:nvPr/>
            </p:nvSpPr>
            <p:spPr>
              <a:xfrm>
                <a:off x="888294" y="4692333"/>
                <a:ext cx="60817" cy="75564"/>
              </a:xfrm>
              <a:custGeom>
                <a:avLst/>
                <a:gdLst>
                  <a:gd name="connsiteX0" fmla="*/ 31660 w 60817"/>
                  <a:gd name="connsiteY0" fmla="*/ 75565 h 75564"/>
                  <a:gd name="connsiteX1" fmla="*/ 633 w 60817"/>
                  <a:gd name="connsiteY1" fmla="*/ 62865 h 75564"/>
                  <a:gd name="connsiteX2" fmla="*/ 0 w 60817"/>
                  <a:gd name="connsiteY2" fmla="*/ 62230 h 75564"/>
                  <a:gd name="connsiteX3" fmla="*/ 11397 w 60817"/>
                  <a:gd name="connsiteY3" fmla="*/ 50165 h 75564"/>
                  <a:gd name="connsiteX4" fmla="*/ 12031 w 60817"/>
                  <a:gd name="connsiteY4" fmla="*/ 50800 h 75564"/>
                  <a:gd name="connsiteX5" fmla="*/ 31660 w 60817"/>
                  <a:gd name="connsiteY5" fmla="*/ 60325 h 75564"/>
                  <a:gd name="connsiteX6" fmla="*/ 40524 w 60817"/>
                  <a:gd name="connsiteY6" fmla="*/ 54610 h 75564"/>
                  <a:gd name="connsiteX7" fmla="*/ 27227 w 60817"/>
                  <a:gd name="connsiteY7" fmla="*/ 45720 h 75564"/>
                  <a:gd name="connsiteX8" fmla="*/ 3166 w 60817"/>
                  <a:gd name="connsiteY8" fmla="*/ 22225 h 75564"/>
                  <a:gd name="connsiteX9" fmla="*/ 31026 w 60817"/>
                  <a:gd name="connsiteY9" fmla="*/ 0 h 75564"/>
                  <a:gd name="connsiteX10" fmla="*/ 58254 w 60817"/>
                  <a:gd name="connsiteY10" fmla="*/ 11430 h 75564"/>
                  <a:gd name="connsiteX11" fmla="*/ 58887 w 60817"/>
                  <a:gd name="connsiteY11" fmla="*/ 12065 h 75564"/>
                  <a:gd name="connsiteX12" fmla="*/ 47489 w 60817"/>
                  <a:gd name="connsiteY12" fmla="*/ 24130 h 75564"/>
                  <a:gd name="connsiteX13" fmla="*/ 46856 w 60817"/>
                  <a:gd name="connsiteY13" fmla="*/ 23495 h 75564"/>
                  <a:gd name="connsiteX14" fmla="*/ 31026 w 60817"/>
                  <a:gd name="connsiteY14" fmla="*/ 15875 h 75564"/>
                  <a:gd name="connsiteX15" fmla="*/ 24061 w 60817"/>
                  <a:gd name="connsiteY15" fmla="*/ 20955 h 75564"/>
                  <a:gd name="connsiteX16" fmla="*/ 36725 w 60817"/>
                  <a:gd name="connsiteY16" fmla="*/ 29845 h 75564"/>
                  <a:gd name="connsiteX17" fmla="*/ 60786 w 60817"/>
                  <a:gd name="connsiteY17" fmla="*/ 53340 h 75564"/>
                  <a:gd name="connsiteX18" fmla="*/ 31660 w 60817"/>
                  <a:gd name="connsiteY18" fmla="*/ 75565 h 75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0817" h="75564">
                    <a:moveTo>
                      <a:pt x="31660" y="75565"/>
                    </a:moveTo>
                    <a:cubicBezTo>
                      <a:pt x="17729" y="75565"/>
                      <a:pt x="8232" y="71755"/>
                      <a:pt x="633" y="62865"/>
                    </a:cubicBezTo>
                    <a:lnTo>
                      <a:pt x="0" y="62230"/>
                    </a:lnTo>
                    <a:lnTo>
                      <a:pt x="11397" y="50165"/>
                    </a:lnTo>
                    <a:lnTo>
                      <a:pt x="12031" y="50800"/>
                    </a:lnTo>
                    <a:cubicBezTo>
                      <a:pt x="17729" y="56515"/>
                      <a:pt x="25328" y="60325"/>
                      <a:pt x="31660" y="60325"/>
                    </a:cubicBezTo>
                    <a:cubicBezTo>
                      <a:pt x="35459" y="60325"/>
                      <a:pt x="40524" y="59055"/>
                      <a:pt x="40524" y="54610"/>
                    </a:cubicBezTo>
                    <a:cubicBezTo>
                      <a:pt x="40524" y="49530"/>
                      <a:pt x="34826" y="47625"/>
                      <a:pt x="27227" y="45720"/>
                    </a:cubicBezTo>
                    <a:cubicBezTo>
                      <a:pt x="16463" y="42545"/>
                      <a:pt x="3166" y="38735"/>
                      <a:pt x="3166" y="22225"/>
                    </a:cubicBezTo>
                    <a:cubicBezTo>
                      <a:pt x="3166" y="6985"/>
                      <a:pt x="17096" y="0"/>
                      <a:pt x="31026" y="0"/>
                    </a:cubicBezTo>
                    <a:cubicBezTo>
                      <a:pt x="41157" y="0"/>
                      <a:pt x="51922" y="4445"/>
                      <a:pt x="58254" y="11430"/>
                    </a:cubicBezTo>
                    <a:lnTo>
                      <a:pt x="58887" y="12065"/>
                    </a:lnTo>
                    <a:lnTo>
                      <a:pt x="47489" y="24130"/>
                    </a:lnTo>
                    <a:lnTo>
                      <a:pt x="46856" y="23495"/>
                    </a:lnTo>
                    <a:cubicBezTo>
                      <a:pt x="41157" y="17780"/>
                      <a:pt x="36092" y="15875"/>
                      <a:pt x="31026" y="15875"/>
                    </a:cubicBezTo>
                    <a:cubicBezTo>
                      <a:pt x="28494" y="15875"/>
                      <a:pt x="24061" y="16510"/>
                      <a:pt x="24061" y="20955"/>
                    </a:cubicBezTo>
                    <a:cubicBezTo>
                      <a:pt x="24061" y="26035"/>
                      <a:pt x="29760" y="27305"/>
                      <a:pt x="36725" y="29845"/>
                    </a:cubicBezTo>
                    <a:cubicBezTo>
                      <a:pt x="47489" y="33020"/>
                      <a:pt x="60786" y="36830"/>
                      <a:pt x="60786" y="53340"/>
                    </a:cubicBezTo>
                    <a:cubicBezTo>
                      <a:pt x="61420" y="64135"/>
                      <a:pt x="52555" y="75565"/>
                      <a:pt x="31660" y="75565"/>
                    </a:cubicBezTo>
                    <a:close/>
                  </a:path>
                </a:pathLst>
              </a:custGeom>
              <a:grpFill/>
              <a:ln w="63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F06D9B08-F878-0C50-90E6-957BE40D4958}"/>
                  </a:ext>
                </a:extLst>
              </p:cNvPr>
              <p:cNvSpPr/>
              <p:nvPr/>
            </p:nvSpPr>
            <p:spPr>
              <a:xfrm>
                <a:off x="821809" y="4692333"/>
                <a:ext cx="60817" cy="75564"/>
              </a:xfrm>
              <a:custGeom>
                <a:avLst/>
                <a:gdLst>
                  <a:gd name="connsiteX0" fmla="*/ 31660 w 60817"/>
                  <a:gd name="connsiteY0" fmla="*/ 75565 h 75564"/>
                  <a:gd name="connsiteX1" fmla="*/ 633 w 60817"/>
                  <a:gd name="connsiteY1" fmla="*/ 62865 h 75564"/>
                  <a:gd name="connsiteX2" fmla="*/ 0 w 60817"/>
                  <a:gd name="connsiteY2" fmla="*/ 62230 h 75564"/>
                  <a:gd name="connsiteX3" fmla="*/ 11397 w 60817"/>
                  <a:gd name="connsiteY3" fmla="*/ 50165 h 75564"/>
                  <a:gd name="connsiteX4" fmla="*/ 12031 w 60817"/>
                  <a:gd name="connsiteY4" fmla="*/ 50800 h 75564"/>
                  <a:gd name="connsiteX5" fmla="*/ 31660 w 60817"/>
                  <a:gd name="connsiteY5" fmla="*/ 60325 h 75564"/>
                  <a:gd name="connsiteX6" fmla="*/ 40524 w 60817"/>
                  <a:gd name="connsiteY6" fmla="*/ 54610 h 75564"/>
                  <a:gd name="connsiteX7" fmla="*/ 27227 w 60817"/>
                  <a:gd name="connsiteY7" fmla="*/ 45720 h 75564"/>
                  <a:gd name="connsiteX8" fmla="*/ 3166 w 60817"/>
                  <a:gd name="connsiteY8" fmla="*/ 22225 h 75564"/>
                  <a:gd name="connsiteX9" fmla="*/ 31026 w 60817"/>
                  <a:gd name="connsiteY9" fmla="*/ 0 h 75564"/>
                  <a:gd name="connsiteX10" fmla="*/ 58254 w 60817"/>
                  <a:gd name="connsiteY10" fmla="*/ 11430 h 75564"/>
                  <a:gd name="connsiteX11" fmla="*/ 58887 w 60817"/>
                  <a:gd name="connsiteY11" fmla="*/ 12065 h 75564"/>
                  <a:gd name="connsiteX12" fmla="*/ 47489 w 60817"/>
                  <a:gd name="connsiteY12" fmla="*/ 24130 h 75564"/>
                  <a:gd name="connsiteX13" fmla="*/ 46856 w 60817"/>
                  <a:gd name="connsiteY13" fmla="*/ 23495 h 75564"/>
                  <a:gd name="connsiteX14" fmla="*/ 31026 w 60817"/>
                  <a:gd name="connsiteY14" fmla="*/ 15875 h 75564"/>
                  <a:gd name="connsiteX15" fmla="*/ 24061 w 60817"/>
                  <a:gd name="connsiteY15" fmla="*/ 20955 h 75564"/>
                  <a:gd name="connsiteX16" fmla="*/ 36725 w 60817"/>
                  <a:gd name="connsiteY16" fmla="*/ 29845 h 75564"/>
                  <a:gd name="connsiteX17" fmla="*/ 60786 w 60817"/>
                  <a:gd name="connsiteY17" fmla="*/ 53340 h 75564"/>
                  <a:gd name="connsiteX18" fmla="*/ 31660 w 60817"/>
                  <a:gd name="connsiteY18" fmla="*/ 75565 h 75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0817" h="75564">
                    <a:moveTo>
                      <a:pt x="31660" y="75565"/>
                    </a:moveTo>
                    <a:cubicBezTo>
                      <a:pt x="17729" y="75565"/>
                      <a:pt x="8232" y="71755"/>
                      <a:pt x="633" y="62865"/>
                    </a:cubicBezTo>
                    <a:lnTo>
                      <a:pt x="0" y="62230"/>
                    </a:lnTo>
                    <a:lnTo>
                      <a:pt x="11397" y="50165"/>
                    </a:lnTo>
                    <a:lnTo>
                      <a:pt x="12031" y="50800"/>
                    </a:lnTo>
                    <a:cubicBezTo>
                      <a:pt x="17729" y="56515"/>
                      <a:pt x="25328" y="60325"/>
                      <a:pt x="31660" y="60325"/>
                    </a:cubicBezTo>
                    <a:cubicBezTo>
                      <a:pt x="35459" y="60325"/>
                      <a:pt x="40524" y="59055"/>
                      <a:pt x="40524" y="54610"/>
                    </a:cubicBezTo>
                    <a:cubicBezTo>
                      <a:pt x="40524" y="49530"/>
                      <a:pt x="34826" y="47625"/>
                      <a:pt x="27227" y="45720"/>
                    </a:cubicBezTo>
                    <a:cubicBezTo>
                      <a:pt x="16463" y="42545"/>
                      <a:pt x="3166" y="38735"/>
                      <a:pt x="3166" y="22225"/>
                    </a:cubicBezTo>
                    <a:cubicBezTo>
                      <a:pt x="3166" y="6985"/>
                      <a:pt x="17096" y="0"/>
                      <a:pt x="31026" y="0"/>
                    </a:cubicBezTo>
                    <a:cubicBezTo>
                      <a:pt x="41157" y="0"/>
                      <a:pt x="51922" y="4445"/>
                      <a:pt x="58254" y="11430"/>
                    </a:cubicBezTo>
                    <a:lnTo>
                      <a:pt x="58887" y="12065"/>
                    </a:lnTo>
                    <a:lnTo>
                      <a:pt x="47489" y="24130"/>
                    </a:lnTo>
                    <a:lnTo>
                      <a:pt x="46856" y="23495"/>
                    </a:lnTo>
                    <a:cubicBezTo>
                      <a:pt x="41157" y="17780"/>
                      <a:pt x="36092" y="15875"/>
                      <a:pt x="31026" y="15875"/>
                    </a:cubicBezTo>
                    <a:cubicBezTo>
                      <a:pt x="28494" y="15875"/>
                      <a:pt x="24061" y="16510"/>
                      <a:pt x="24061" y="20955"/>
                    </a:cubicBezTo>
                    <a:cubicBezTo>
                      <a:pt x="24061" y="26035"/>
                      <a:pt x="29760" y="27305"/>
                      <a:pt x="36725" y="29845"/>
                    </a:cubicBezTo>
                    <a:cubicBezTo>
                      <a:pt x="47489" y="33020"/>
                      <a:pt x="60786" y="36830"/>
                      <a:pt x="60786" y="53340"/>
                    </a:cubicBezTo>
                    <a:cubicBezTo>
                      <a:pt x="61420" y="64135"/>
                      <a:pt x="52555" y="75565"/>
                      <a:pt x="31660" y="75565"/>
                    </a:cubicBezTo>
                    <a:close/>
                  </a:path>
                </a:pathLst>
              </a:custGeom>
              <a:grpFill/>
              <a:ln w="63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26878508-1A41-0425-9193-F5AEEB422DE6}"/>
                  </a:ext>
                </a:extLst>
              </p:cNvPr>
              <p:cNvSpPr/>
              <p:nvPr/>
            </p:nvSpPr>
            <p:spPr>
              <a:xfrm>
                <a:off x="959212" y="4691063"/>
                <a:ext cx="98777" cy="76834"/>
              </a:xfrm>
              <a:custGeom>
                <a:avLst/>
                <a:gdLst>
                  <a:gd name="connsiteX0" fmla="*/ 98778 w 98777"/>
                  <a:gd name="connsiteY0" fmla="*/ 75565 h 76834"/>
                  <a:gd name="connsiteX1" fmla="*/ 77249 w 98777"/>
                  <a:gd name="connsiteY1" fmla="*/ 75565 h 76834"/>
                  <a:gd name="connsiteX2" fmla="*/ 77249 w 98777"/>
                  <a:gd name="connsiteY2" fmla="*/ 26670 h 76834"/>
                  <a:gd name="connsiteX3" fmla="*/ 71551 w 98777"/>
                  <a:gd name="connsiteY3" fmla="*/ 19050 h 76834"/>
                  <a:gd name="connsiteX4" fmla="*/ 60786 w 98777"/>
                  <a:gd name="connsiteY4" fmla="*/ 25400 h 76834"/>
                  <a:gd name="connsiteX5" fmla="*/ 60786 w 98777"/>
                  <a:gd name="connsiteY5" fmla="*/ 76200 h 76834"/>
                  <a:gd name="connsiteX6" fmla="*/ 38625 w 98777"/>
                  <a:gd name="connsiteY6" fmla="*/ 76200 h 76834"/>
                  <a:gd name="connsiteX7" fmla="*/ 38625 w 98777"/>
                  <a:gd name="connsiteY7" fmla="*/ 27305 h 76834"/>
                  <a:gd name="connsiteX8" fmla="*/ 33559 w 98777"/>
                  <a:gd name="connsiteY8" fmla="*/ 19685 h 76834"/>
                  <a:gd name="connsiteX9" fmla="*/ 22162 w 98777"/>
                  <a:gd name="connsiteY9" fmla="*/ 26035 h 76834"/>
                  <a:gd name="connsiteX10" fmla="*/ 22162 w 98777"/>
                  <a:gd name="connsiteY10" fmla="*/ 76835 h 76834"/>
                  <a:gd name="connsiteX11" fmla="*/ 0 w 98777"/>
                  <a:gd name="connsiteY11" fmla="*/ 76835 h 76834"/>
                  <a:gd name="connsiteX12" fmla="*/ 0 w 98777"/>
                  <a:gd name="connsiteY12" fmla="*/ 1905 h 76834"/>
                  <a:gd name="connsiteX13" fmla="*/ 22162 w 98777"/>
                  <a:gd name="connsiteY13" fmla="*/ 1905 h 76834"/>
                  <a:gd name="connsiteX14" fmla="*/ 22162 w 98777"/>
                  <a:gd name="connsiteY14" fmla="*/ 9525 h 76834"/>
                  <a:gd name="connsiteX15" fmla="*/ 42424 w 98777"/>
                  <a:gd name="connsiteY15" fmla="*/ 0 h 76834"/>
                  <a:gd name="connsiteX16" fmla="*/ 59520 w 98777"/>
                  <a:gd name="connsiteY16" fmla="*/ 10160 h 76834"/>
                  <a:gd name="connsiteX17" fmla="*/ 80415 w 98777"/>
                  <a:gd name="connsiteY17" fmla="*/ 0 h 76834"/>
                  <a:gd name="connsiteX18" fmla="*/ 98778 w 98777"/>
                  <a:gd name="connsiteY18" fmla="*/ 20320 h 76834"/>
                  <a:gd name="connsiteX19" fmla="*/ 98778 w 98777"/>
                  <a:gd name="connsiteY19" fmla="*/ 75565 h 76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8777" h="76834">
                    <a:moveTo>
                      <a:pt x="98778" y="75565"/>
                    </a:moveTo>
                    <a:lnTo>
                      <a:pt x="77249" y="75565"/>
                    </a:lnTo>
                    <a:lnTo>
                      <a:pt x="77249" y="26670"/>
                    </a:lnTo>
                    <a:cubicBezTo>
                      <a:pt x="77249" y="20955"/>
                      <a:pt x="75983" y="19050"/>
                      <a:pt x="71551" y="19050"/>
                    </a:cubicBezTo>
                    <a:cubicBezTo>
                      <a:pt x="67751" y="19050"/>
                      <a:pt x="63319" y="22225"/>
                      <a:pt x="60786" y="25400"/>
                    </a:cubicBezTo>
                    <a:lnTo>
                      <a:pt x="60786" y="76200"/>
                    </a:lnTo>
                    <a:lnTo>
                      <a:pt x="38625" y="76200"/>
                    </a:lnTo>
                    <a:lnTo>
                      <a:pt x="38625" y="27305"/>
                    </a:lnTo>
                    <a:cubicBezTo>
                      <a:pt x="38625" y="21590"/>
                      <a:pt x="37358" y="19685"/>
                      <a:pt x="33559" y="19685"/>
                    </a:cubicBezTo>
                    <a:cubicBezTo>
                      <a:pt x="29760" y="19685"/>
                      <a:pt x="25328" y="22860"/>
                      <a:pt x="22162" y="26035"/>
                    </a:cubicBezTo>
                    <a:lnTo>
                      <a:pt x="22162" y="76835"/>
                    </a:lnTo>
                    <a:lnTo>
                      <a:pt x="0" y="76835"/>
                    </a:lnTo>
                    <a:lnTo>
                      <a:pt x="0" y="1905"/>
                    </a:lnTo>
                    <a:lnTo>
                      <a:pt x="22162" y="1905"/>
                    </a:lnTo>
                    <a:lnTo>
                      <a:pt x="22162" y="9525"/>
                    </a:lnTo>
                    <a:cubicBezTo>
                      <a:pt x="26594" y="4445"/>
                      <a:pt x="33559" y="0"/>
                      <a:pt x="42424" y="0"/>
                    </a:cubicBezTo>
                    <a:cubicBezTo>
                      <a:pt x="51922" y="0"/>
                      <a:pt x="56987" y="2540"/>
                      <a:pt x="59520" y="10160"/>
                    </a:cubicBezTo>
                    <a:cubicBezTo>
                      <a:pt x="63952" y="4445"/>
                      <a:pt x="71551" y="0"/>
                      <a:pt x="80415" y="0"/>
                    </a:cubicBezTo>
                    <a:cubicBezTo>
                      <a:pt x="92446" y="0"/>
                      <a:pt x="98778" y="6350"/>
                      <a:pt x="98778" y="20320"/>
                    </a:cubicBezTo>
                    <a:lnTo>
                      <a:pt x="98778" y="75565"/>
                    </a:lnTo>
                    <a:close/>
                  </a:path>
                </a:pathLst>
              </a:custGeom>
              <a:grpFill/>
              <a:ln w="63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74951ACA-A83A-CDF8-5BEC-425A6FD9F05C}"/>
                  </a:ext>
                </a:extLst>
              </p:cNvPr>
              <p:cNvSpPr/>
              <p:nvPr/>
            </p:nvSpPr>
            <p:spPr>
              <a:xfrm>
                <a:off x="1067487" y="4691063"/>
                <a:ext cx="62685" cy="76200"/>
              </a:xfrm>
              <a:custGeom>
                <a:avLst/>
                <a:gdLst>
                  <a:gd name="connsiteX0" fmla="*/ 18363 w 62685"/>
                  <a:gd name="connsiteY0" fmla="*/ 76200 h 76200"/>
                  <a:gd name="connsiteX1" fmla="*/ 0 w 62685"/>
                  <a:gd name="connsiteY1" fmla="*/ 57150 h 76200"/>
                  <a:gd name="connsiteX2" fmla="*/ 39258 w 62685"/>
                  <a:gd name="connsiteY2" fmla="*/ 27305 h 76200"/>
                  <a:gd name="connsiteX3" fmla="*/ 39258 w 62685"/>
                  <a:gd name="connsiteY3" fmla="*/ 24765 h 76200"/>
                  <a:gd name="connsiteX4" fmla="*/ 32926 w 62685"/>
                  <a:gd name="connsiteY4" fmla="*/ 17145 h 76200"/>
                  <a:gd name="connsiteX5" fmla="*/ 13297 w 62685"/>
                  <a:gd name="connsiteY5" fmla="*/ 24765 h 76200"/>
                  <a:gd name="connsiteX6" fmla="*/ 3166 w 62685"/>
                  <a:gd name="connsiteY6" fmla="*/ 11430 h 76200"/>
                  <a:gd name="connsiteX7" fmla="*/ 36725 w 62685"/>
                  <a:gd name="connsiteY7" fmla="*/ 0 h 76200"/>
                  <a:gd name="connsiteX8" fmla="*/ 60786 w 62685"/>
                  <a:gd name="connsiteY8" fmla="*/ 24130 h 76200"/>
                  <a:gd name="connsiteX9" fmla="*/ 60786 w 62685"/>
                  <a:gd name="connsiteY9" fmla="*/ 56515 h 76200"/>
                  <a:gd name="connsiteX10" fmla="*/ 62686 w 62685"/>
                  <a:gd name="connsiteY10" fmla="*/ 74295 h 76200"/>
                  <a:gd name="connsiteX11" fmla="*/ 62686 w 62685"/>
                  <a:gd name="connsiteY11" fmla="*/ 74930 h 76200"/>
                  <a:gd name="connsiteX12" fmla="*/ 41157 w 62685"/>
                  <a:gd name="connsiteY12" fmla="*/ 74930 h 76200"/>
                  <a:gd name="connsiteX13" fmla="*/ 39891 w 62685"/>
                  <a:gd name="connsiteY13" fmla="*/ 67310 h 76200"/>
                  <a:gd name="connsiteX14" fmla="*/ 18363 w 62685"/>
                  <a:gd name="connsiteY14" fmla="*/ 76200 h 76200"/>
                  <a:gd name="connsiteX15" fmla="*/ 39258 w 62685"/>
                  <a:gd name="connsiteY15" fmla="*/ 39370 h 76200"/>
                  <a:gd name="connsiteX16" fmla="*/ 20895 w 62685"/>
                  <a:gd name="connsiteY16" fmla="*/ 53340 h 76200"/>
                  <a:gd name="connsiteX17" fmla="*/ 27227 w 62685"/>
                  <a:gd name="connsiteY17" fmla="*/ 59690 h 76200"/>
                  <a:gd name="connsiteX18" fmla="*/ 39258 w 62685"/>
                  <a:gd name="connsiteY18" fmla="*/ 54610 h 76200"/>
                  <a:gd name="connsiteX19" fmla="*/ 39258 w 62685"/>
                  <a:gd name="connsiteY19" fmla="*/ 3937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2685" h="76200">
                    <a:moveTo>
                      <a:pt x="18363" y="76200"/>
                    </a:moveTo>
                    <a:cubicBezTo>
                      <a:pt x="6332" y="76200"/>
                      <a:pt x="0" y="69850"/>
                      <a:pt x="0" y="57150"/>
                    </a:cubicBezTo>
                    <a:cubicBezTo>
                      <a:pt x="0" y="41910"/>
                      <a:pt x="12664" y="32385"/>
                      <a:pt x="39258" y="27305"/>
                    </a:cubicBezTo>
                    <a:lnTo>
                      <a:pt x="39258" y="24765"/>
                    </a:lnTo>
                    <a:cubicBezTo>
                      <a:pt x="39258" y="19050"/>
                      <a:pt x="37358" y="17145"/>
                      <a:pt x="32926" y="17145"/>
                    </a:cubicBezTo>
                    <a:cubicBezTo>
                      <a:pt x="24694" y="17145"/>
                      <a:pt x="17096" y="22225"/>
                      <a:pt x="13297" y="24765"/>
                    </a:cubicBezTo>
                    <a:lnTo>
                      <a:pt x="3166" y="11430"/>
                    </a:lnTo>
                    <a:cubicBezTo>
                      <a:pt x="12031" y="3810"/>
                      <a:pt x="24061" y="0"/>
                      <a:pt x="36725" y="0"/>
                    </a:cubicBezTo>
                    <a:cubicBezTo>
                      <a:pt x="53188" y="0"/>
                      <a:pt x="60786" y="6985"/>
                      <a:pt x="60786" y="24130"/>
                    </a:cubicBezTo>
                    <a:lnTo>
                      <a:pt x="60786" y="56515"/>
                    </a:lnTo>
                    <a:cubicBezTo>
                      <a:pt x="60786" y="66040"/>
                      <a:pt x="61420" y="70485"/>
                      <a:pt x="62686" y="74295"/>
                    </a:cubicBezTo>
                    <a:lnTo>
                      <a:pt x="62686" y="74930"/>
                    </a:lnTo>
                    <a:cubicBezTo>
                      <a:pt x="62686" y="74930"/>
                      <a:pt x="41157" y="74930"/>
                      <a:pt x="41157" y="74930"/>
                    </a:cubicBezTo>
                    <a:cubicBezTo>
                      <a:pt x="40524" y="73025"/>
                      <a:pt x="39891" y="70485"/>
                      <a:pt x="39891" y="67310"/>
                    </a:cubicBezTo>
                    <a:cubicBezTo>
                      <a:pt x="33559" y="73660"/>
                      <a:pt x="26594" y="76200"/>
                      <a:pt x="18363" y="76200"/>
                    </a:cubicBezTo>
                    <a:close/>
                    <a:moveTo>
                      <a:pt x="39258" y="39370"/>
                    </a:moveTo>
                    <a:cubicBezTo>
                      <a:pt x="26594" y="41910"/>
                      <a:pt x="20895" y="46355"/>
                      <a:pt x="20895" y="53340"/>
                    </a:cubicBezTo>
                    <a:cubicBezTo>
                      <a:pt x="20895" y="57785"/>
                      <a:pt x="22795" y="59690"/>
                      <a:pt x="27227" y="59690"/>
                    </a:cubicBezTo>
                    <a:cubicBezTo>
                      <a:pt x="31660" y="59690"/>
                      <a:pt x="35459" y="57785"/>
                      <a:pt x="39258" y="54610"/>
                    </a:cubicBezTo>
                    <a:lnTo>
                      <a:pt x="39258" y="39370"/>
                    </a:lnTo>
                    <a:close/>
                  </a:path>
                </a:pathLst>
              </a:custGeom>
              <a:grpFill/>
              <a:ln w="63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A7ED0895-96AB-D09D-38FF-425931A4867C}"/>
                  </a:ext>
                </a:extLst>
              </p:cNvPr>
              <p:cNvSpPr/>
              <p:nvPr/>
            </p:nvSpPr>
            <p:spPr>
              <a:xfrm>
                <a:off x="751525" y="4691698"/>
                <a:ext cx="64585" cy="76199"/>
              </a:xfrm>
              <a:custGeom>
                <a:avLst/>
                <a:gdLst>
                  <a:gd name="connsiteX0" fmla="*/ 32293 w 64585"/>
                  <a:gd name="connsiteY0" fmla="*/ 0 h 76199"/>
                  <a:gd name="connsiteX1" fmla="*/ 0 w 64585"/>
                  <a:gd name="connsiteY1" fmla="*/ 38100 h 76199"/>
                  <a:gd name="connsiteX2" fmla="*/ 32293 w 64585"/>
                  <a:gd name="connsiteY2" fmla="*/ 76200 h 76199"/>
                  <a:gd name="connsiteX3" fmla="*/ 64586 w 64585"/>
                  <a:gd name="connsiteY3" fmla="*/ 38100 h 76199"/>
                  <a:gd name="connsiteX4" fmla="*/ 32293 w 64585"/>
                  <a:gd name="connsiteY4" fmla="*/ 0 h 76199"/>
                  <a:gd name="connsiteX5" fmla="*/ 32293 w 64585"/>
                  <a:gd name="connsiteY5" fmla="*/ 58420 h 76199"/>
                  <a:gd name="connsiteX6" fmla="*/ 22162 w 64585"/>
                  <a:gd name="connsiteY6" fmla="*/ 38100 h 76199"/>
                  <a:gd name="connsiteX7" fmla="*/ 32293 w 64585"/>
                  <a:gd name="connsiteY7" fmla="*/ 18415 h 76199"/>
                  <a:gd name="connsiteX8" fmla="*/ 42424 w 64585"/>
                  <a:gd name="connsiteY8" fmla="*/ 38100 h 76199"/>
                  <a:gd name="connsiteX9" fmla="*/ 32293 w 64585"/>
                  <a:gd name="connsiteY9" fmla="*/ 58420 h 76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585" h="76199">
                    <a:moveTo>
                      <a:pt x="32293" y="0"/>
                    </a:moveTo>
                    <a:cubicBezTo>
                      <a:pt x="8232" y="0"/>
                      <a:pt x="0" y="19685"/>
                      <a:pt x="0" y="38100"/>
                    </a:cubicBezTo>
                    <a:cubicBezTo>
                      <a:pt x="0" y="66040"/>
                      <a:pt x="16463" y="76200"/>
                      <a:pt x="32293" y="76200"/>
                    </a:cubicBezTo>
                    <a:cubicBezTo>
                      <a:pt x="48123" y="76200"/>
                      <a:pt x="64586" y="66040"/>
                      <a:pt x="64586" y="38100"/>
                    </a:cubicBezTo>
                    <a:cubicBezTo>
                      <a:pt x="64586" y="9525"/>
                      <a:pt x="48123" y="0"/>
                      <a:pt x="32293" y="0"/>
                    </a:cubicBezTo>
                    <a:close/>
                    <a:moveTo>
                      <a:pt x="32293" y="58420"/>
                    </a:moveTo>
                    <a:cubicBezTo>
                      <a:pt x="27860" y="58420"/>
                      <a:pt x="22162" y="56515"/>
                      <a:pt x="22162" y="38100"/>
                    </a:cubicBezTo>
                    <a:cubicBezTo>
                      <a:pt x="22162" y="20320"/>
                      <a:pt x="27860" y="18415"/>
                      <a:pt x="32293" y="18415"/>
                    </a:cubicBezTo>
                    <a:cubicBezTo>
                      <a:pt x="36725" y="18415"/>
                      <a:pt x="42424" y="20320"/>
                      <a:pt x="42424" y="38100"/>
                    </a:cubicBezTo>
                    <a:cubicBezTo>
                      <a:pt x="42424" y="55880"/>
                      <a:pt x="37358" y="58420"/>
                      <a:pt x="32293" y="58420"/>
                    </a:cubicBezTo>
                    <a:close/>
                  </a:path>
                </a:pathLst>
              </a:custGeom>
              <a:grpFill/>
              <a:ln w="63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88140CEB-BA5B-0093-05A4-45157DDC2D0F}"/>
                  </a:ext>
                </a:extLst>
              </p:cNvPr>
              <p:cNvSpPr/>
              <p:nvPr/>
            </p:nvSpPr>
            <p:spPr>
              <a:xfrm>
                <a:off x="1140937" y="4691698"/>
                <a:ext cx="60153" cy="74294"/>
              </a:xfrm>
              <a:custGeom>
                <a:avLst/>
                <a:gdLst>
                  <a:gd name="connsiteX0" fmla="*/ 41791 w 60153"/>
                  <a:gd name="connsiteY0" fmla="*/ 0 h 74294"/>
                  <a:gd name="connsiteX1" fmla="*/ 22162 w 60153"/>
                  <a:gd name="connsiteY1" fmla="*/ 8890 h 74294"/>
                  <a:gd name="connsiteX2" fmla="*/ 22162 w 60153"/>
                  <a:gd name="connsiteY2" fmla="*/ 1270 h 74294"/>
                  <a:gd name="connsiteX3" fmla="*/ 0 w 60153"/>
                  <a:gd name="connsiteY3" fmla="*/ 1270 h 74294"/>
                  <a:gd name="connsiteX4" fmla="*/ 0 w 60153"/>
                  <a:gd name="connsiteY4" fmla="*/ 74295 h 74294"/>
                  <a:gd name="connsiteX5" fmla="*/ 22162 w 60153"/>
                  <a:gd name="connsiteY5" fmla="*/ 74295 h 74294"/>
                  <a:gd name="connsiteX6" fmla="*/ 22162 w 60153"/>
                  <a:gd name="connsiteY6" fmla="*/ 24130 h 74294"/>
                  <a:gd name="connsiteX7" fmla="*/ 32926 w 60153"/>
                  <a:gd name="connsiteY7" fmla="*/ 18415 h 74294"/>
                  <a:gd name="connsiteX8" fmla="*/ 37991 w 60153"/>
                  <a:gd name="connsiteY8" fmla="*/ 25400 h 74294"/>
                  <a:gd name="connsiteX9" fmla="*/ 37991 w 60153"/>
                  <a:gd name="connsiteY9" fmla="*/ 74295 h 74294"/>
                  <a:gd name="connsiteX10" fmla="*/ 60153 w 60153"/>
                  <a:gd name="connsiteY10" fmla="*/ 74295 h 74294"/>
                  <a:gd name="connsiteX11" fmla="*/ 60153 w 60153"/>
                  <a:gd name="connsiteY11" fmla="*/ 19685 h 74294"/>
                  <a:gd name="connsiteX12" fmla="*/ 41791 w 60153"/>
                  <a:gd name="connsiteY12" fmla="*/ 0 h 74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0153" h="74294">
                    <a:moveTo>
                      <a:pt x="41791" y="0"/>
                    </a:moveTo>
                    <a:cubicBezTo>
                      <a:pt x="33559" y="0"/>
                      <a:pt x="26594" y="4445"/>
                      <a:pt x="22162" y="8890"/>
                    </a:cubicBezTo>
                    <a:lnTo>
                      <a:pt x="22162" y="1270"/>
                    </a:lnTo>
                    <a:lnTo>
                      <a:pt x="0" y="1270"/>
                    </a:lnTo>
                    <a:lnTo>
                      <a:pt x="0" y="74295"/>
                    </a:lnTo>
                    <a:lnTo>
                      <a:pt x="22162" y="74295"/>
                    </a:lnTo>
                    <a:lnTo>
                      <a:pt x="22162" y="24130"/>
                    </a:lnTo>
                    <a:cubicBezTo>
                      <a:pt x="26594" y="20320"/>
                      <a:pt x="29760" y="18415"/>
                      <a:pt x="32926" y="18415"/>
                    </a:cubicBezTo>
                    <a:cubicBezTo>
                      <a:pt x="35459" y="18415"/>
                      <a:pt x="37991" y="19050"/>
                      <a:pt x="37991" y="25400"/>
                    </a:cubicBezTo>
                    <a:lnTo>
                      <a:pt x="37991" y="74295"/>
                    </a:lnTo>
                    <a:lnTo>
                      <a:pt x="60153" y="74295"/>
                    </a:lnTo>
                    <a:lnTo>
                      <a:pt x="60153" y="19685"/>
                    </a:lnTo>
                    <a:cubicBezTo>
                      <a:pt x="60153" y="6350"/>
                      <a:pt x="53821" y="0"/>
                      <a:pt x="41791" y="0"/>
                    </a:cubicBezTo>
                    <a:close/>
                  </a:path>
                </a:pathLst>
              </a:custGeom>
              <a:grpFill/>
              <a:ln w="63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E5D54D0-9ABE-202E-21D6-19B2D4B1CA25}"/>
                </a:ext>
              </a:extLst>
            </p:cNvPr>
            <p:cNvSpPr/>
            <p:nvPr/>
          </p:nvSpPr>
          <p:spPr>
            <a:xfrm>
              <a:off x="543205" y="4793933"/>
              <a:ext cx="72816" cy="103504"/>
            </a:xfrm>
            <a:custGeom>
              <a:avLst/>
              <a:gdLst>
                <a:gd name="connsiteX0" fmla="*/ 43690 w 72816"/>
                <a:gd name="connsiteY0" fmla="*/ 41910 h 103504"/>
                <a:gd name="connsiteX1" fmla="*/ 41791 w 72816"/>
                <a:gd name="connsiteY1" fmla="*/ 41275 h 103504"/>
                <a:gd name="connsiteX2" fmla="*/ 26594 w 72816"/>
                <a:gd name="connsiteY2" fmla="*/ 27305 h 103504"/>
                <a:gd name="connsiteX3" fmla="*/ 36092 w 72816"/>
                <a:gd name="connsiteY3" fmla="*/ 19050 h 103504"/>
                <a:gd name="connsiteX4" fmla="*/ 52555 w 72816"/>
                <a:gd name="connsiteY4" fmla="*/ 32385 h 103504"/>
                <a:gd name="connsiteX5" fmla="*/ 53188 w 72816"/>
                <a:gd name="connsiteY5" fmla="*/ 33655 h 103504"/>
                <a:gd name="connsiteX6" fmla="*/ 70917 w 72816"/>
                <a:gd name="connsiteY6" fmla="*/ 24130 h 103504"/>
                <a:gd name="connsiteX7" fmla="*/ 70284 w 72816"/>
                <a:gd name="connsiteY7" fmla="*/ 22860 h 103504"/>
                <a:gd name="connsiteX8" fmla="*/ 36092 w 72816"/>
                <a:gd name="connsiteY8" fmla="*/ 0 h 103504"/>
                <a:gd name="connsiteX9" fmla="*/ 3799 w 72816"/>
                <a:gd name="connsiteY9" fmla="*/ 28575 h 103504"/>
                <a:gd name="connsiteX10" fmla="*/ 32293 w 72816"/>
                <a:gd name="connsiteY10" fmla="*/ 60960 h 103504"/>
                <a:gd name="connsiteX11" fmla="*/ 32926 w 72816"/>
                <a:gd name="connsiteY11" fmla="*/ 61595 h 103504"/>
                <a:gd name="connsiteX12" fmla="*/ 49389 w 72816"/>
                <a:gd name="connsiteY12" fmla="*/ 76200 h 103504"/>
                <a:gd name="connsiteX13" fmla="*/ 37991 w 72816"/>
                <a:gd name="connsiteY13" fmla="*/ 85725 h 103504"/>
                <a:gd name="connsiteX14" fmla="*/ 18996 w 72816"/>
                <a:gd name="connsiteY14" fmla="*/ 71120 h 103504"/>
                <a:gd name="connsiteX15" fmla="*/ 18363 w 72816"/>
                <a:gd name="connsiteY15" fmla="*/ 69850 h 103504"/>
                <a:gd name="connsiteX16" fmla="*/ 0 w 72816"/>
                <a:gd name="connsiteY16" fmla="*/ 78105 h 103504"/>
                <a:gd name="connsiteX17" fmla="*/ 633 w 72816"/>
                <a:gd name="connsiteY17" fmla="*/ 79375 h 103504"/>
                <a:gd name="connsiteX18" fmla="*/ 38625 w 72816"/>
                <a:gd name="connsiteY18" fmla="*/ 103505 h 103504"/>
                <a:gd name="connsiteX19" fmla="*/ 72817 w 72816"/>
                <a:gd name="connsiteY19" fmla="*/ 74295 h 103504"/>
                <a:gd name="connsiteX20" fmla="*/ 43690 w 72816"/>
                <a:gd name="connsiteY20" fmla="*/ 41910 h 103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2816" h="103504">
                  <a:moveTo>
                    <a:pt x="43690" y="41910"/>
                  </a:moveTo>
                  <a:lnTo>
                    <a:pt x="41791" y="41275"/>
                  </a:lnTo>
                  <a:cubicBezTo>
                    <a:pt x="32926" y="37465"/>
                    <a:pt x="26594" y="33655"/>
                    <a:pt x="26594" y="27305"/>
                  </a:cubicBezTo>
                  <a:cubicBezTo>
                    <a:pt x="26594" y="22225"/>
                    <a:pt x="30393" y="19050"/>
                    <a:pt x="36092" y="19050"/>
                  </a:cubicBezTo>
                  <a:cubicBezTo>
                    <a:pt x="43057" y="19050"/>
                    <a:pt x="48123" y="23495"/>
                    <a:pt x="52555" y="32385"/>
                  </a:cubicBezTo>
                  <a:lnTo>
                    <a:pt x="53188" y="33655"/>
                  </a:lnTo>
                  <a:lnTo>
                    <a:pt x="70917" y="24130"/>
                  </a:lnTo>
                  <a:lnTo>
                    <a:pt x="70284" y="22860"/>
                  </a:lnTo>
                  <a:cubicBezTo>
                    <a:pt x="63319" y="7620"/>
                    <a:pt x="51922" y="0"/>
                    <a:pt x="36092" y="0"/>
                  </a:cubicBezTo>
                  <a:cubicBezTo>
                    <a:pt x="17096" y="0"/>
                    <a:pt x="3799" y="12065"/>
                    <a:pt x="3799" y="28575"/>
                  </a:cubicBezTo>
                  <a:cubicBezTo>
                    <a:pt x="3799" y="48895"/>
                    <a:pt x="19629" y="55245"/>
                    <a:pt x="32293" y="60960"/>
                  </a:cubicBezTo>
                  <a:lnTo>
                    <a:pt x="32926" y="61595"/>
                  </a:lnTo>
                  <a:cubicBezTo>
                    <a:pt x="43057" y="66040"/>
                    <a:pt x="49389" y="69215"/>
                    <a:pt x="49389" y="76200"/>
                  </a:cubicBezTo>
                  <a:cubicBezTo>
                    <a:pt x="49389" y="82550"/>
                    <a:pt x="44957" y="85725"/>
                    <a:pt x="37991" y="85725"/>
                  </a:cubicBezTo>
                  <a:cubicBezTo>
                    <a:pt x="27860" y="85725"/>
                    <a:pt x="22162" y="77470"/>
                    <a:pt x="18996" y="71120"/>
                  </a:cubicBezTo>
                  <a:lnTo>
                    <a:pt x="18363" y="69850"/>
                  </a:lnTo>
                  <a:lnTo>
                    <a:pt x="0" y="78105"/>
                  </a:lnTo>
                  <a:lnTo>
                    <a:pt x="633" y="79375"/>
                  </a:lnTo>
                  <a:cubicBezTo>
                    <a:pt x="8231" y="95885"/>
                    <a:pt x="20895" y="103505"/>
                    <a:pt x="38625" y="103505"/>
                  </a:cubicBezTo>
                  <a:cubicBezTo>
                    <a:pt x="55088" y="103505"/>
                    <a:pt x="72817" y="94615"/>
                    <a:pt x="72817" y="74295"/>
                  </a:cubicBezTo>
                  <a:cubicBezTo>
                    <a:pt x="72184" y="53975"/>
                    <a:pt x="56354" y="46990"/>
                    <a:pt x="43690" y="41910"/>
                  </a:cubicBezTo>
                  <a:close/>
                </a:path>
              </a:pathLst>
            </a:custGeom>
            <a:grpFill/>
            <a:ln w="6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7AC15B64-E813-615A-0700-AD37426FD0BF}"/>
                </a:ext>
              </a:extLst>
            </p:cNvPr>
            <p:cNvSpPr/>
            <p:nvPr/>
          </p:nvSpPr>
          <p:spPr>
            <a:xfrm>
              <a:off x="624887" y="4820603"/>
              <a:ext cx="61419" cy="76200"/>
            </a:xfrm>
            <a:custGeom>
              <a:avLst/>
              <a:gdLst>
                <a:gd name="connsiteX0" fmla="*/ 41791 w 61419"/>
                <a:gd name="connsiteY0" fmla="*/ 46990 h 76200"/>
                <a:gd name="connsiteX1" fmla="*/ 32293 w 61419"/>
                <a:gd name="connsiteY1" fmla="*/ 59055 h 76200"/>
                <a:gd name="connsiteX2" fmla="*/ 22795 w 61419"/>
                <a:gd name="connsiteY2" fmla="*/ 38100 h 76200"/>
                <a:gd name="connsiteX3" fmla="*/ 32293 w 61419"/>
                <a:gd name="connsiteY3" fmla="*/ 17780 h 76200"/>
                <a:gd name="connsiteX4" fmla="*/ 41157 w 61419"/>
                <a:gd name="connsiteY4" fmla="*/ 28575 h 76200"/>
                <a:gd name="connsiteX5" fmla="*/ 41157 w 61419"/>
                <a:gd name="connsiteY5" fmla="*/ 29845 h 76200"/>
                <a:gd name="connsiteX6" fmla="*/ 61420 w 61419"/>
                <a:gd name="connsiteY6" fmla="*/ 25400 h 76200"/>
                <a:gd name="connsiteX7" fmla="*/ 60786 w 61419"/>
                <a:gd name="connsiteY7" fmla="*/ 24130 h 76200"/>
                <a:gd name="connsiteX8" fmla="*/ 32293 w 61419"/>
                <a:gd name="connsiteY8" fmla="*/ 0 h 76200"/>
                <a:gd name="connsiteX9" fmla="*/ 0 w 61419"/>
                <a:gd name="connsiteY9" fmla="*/ 38100 h 76200"/>
                <a:gd name="connsiteX10" fmla="*/ 31660 w 61419"/>
                <a:gd name="connsiteY10" fmla="*/ 76200 h 76200"/>
                <a:gd name="connsiteX11" fmla="*/ 60786 w 61419"/>
                <a:gd name="connsiteY11" fmla="*/ 52070 h 76200"/>
                <a:gd name="connsiteX12" fmla="*/ 61420 w 61419"/>
                <a:gd name="connsiteY12" fmla="*/ 50800 h 76200"/>
                <a:gd name="connsiteX13" fmla="*/ 41791 w 61419"/>
                <a:gd name="connsiteY13" fmla="*/ 45720 h 76200"/>
                <a:gd name="connsiteX14" fmla="*/ 41791 w 61419"/>
                <a:gd name="connsiteY14" fmla="*/ 4699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1419" h="76200">
                  <a:moveTo>
                    <a:pt x="41791" y="46990"/>
                  </a:moveTo>
                  <a:cubicBezTo>
                    <a:pt x="39891" y="57785"/>
                    <a:pt x="35459" y="59055"/>
                    <a:pt x="32293" y="59055"/>
                  </a:cubicBezTo>
                  <a:cubicBezTo>
                    <a:pt x="28494" y="59055"/>
                    <a:pt x="22795" y="57150"/>
                    <a:pt x="22795" y="38100"/>
                  </a:cubicBezTo>
                  <a:cubicBezTo>
                    <a:pt x="22795" y="17780"/>
                    <a:pt x="29760" y="17780"/>
                    <a:pt x="32293" y="17780"/>
                  </a:cubicBezTo>
                  <a:cubicBezTo>
                    <a:pt x="36092" y="17780"/>
                    <a:pt x="38625" y="19685"/>
                    <a:pt x="41157" y="28575"/>
                  </a:cubicBezTo>
                  <a:lnTo>
                    <a:pt x="41157" y="29845"/>
                  </a:lnTo>
                  <a:lnTo>
                    <a:pt x="61420" y="25400"/>
                  </a:lnTo>
                  <a:lnTo>
                    <a:pt x="60786" y="24130"/>
                  </a:lnTo>
                  <a:cubicBezTo>
                    <a:pt x="58254" y="13970"/>
                    <a:pt x="52555" y="0"/>
                    <a:pt x="32293" y="0"/>
                  </a:cubicBezTo>
                  <a:cubicBezTo>
                    <a:pt x="16463" y="0"/>
                    <a:pt x="0" y="10160"/>
                    <a:pt x="0" y="38100"/>
                  </a:cubicBezTo>
                  <a:cubicBezTo>
                    <a:pt x="0" y="66040"/>
                    <a:pt x="16463" y="76200"/>
                    <a:pt x="31660" y="76200"/>
                  </a:cubicBezTo>
                  <a:cubicBezTo>
                    <a:pt x="46856" y="76200"/>
                    <a:pt x="56987" y="67945"/>
                    <a:pt x="60786" y="52070"/>
                  </a:cubicBezTo>
                  <a:lnTo>
                    <a:pt x="61420" y="50800"/>
                  </a:lnTo>
                  <a:lnTo>
                    <a:pt x="41791" y="45720"/>
                  </a:lnTo>
                  <a:lnTo>
                    <a:pt x="41791" y="46990"/>
                  </a:lnTo>
                  <a:close/>
                </a:path>
              </a:pathLst>
            </a:custGeom>
            <a:grpFill/>
            <a:ln w="6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C0E02A2-28DE-4E98-08A6-E44BAB5383A5}"/>
                </a:ext>
              </a:extLst>
            </p:cNvPr>
            <p:cNvSpPr/>
            <p:nvPr/>
          </p:nvSpPr>
          <p:spPr>
            <a:xfrm>
              <a:off x="695804" y="4792028"/>
              <a:ext cx="60153" cy="104139"/>
            </a:xfrm>
            <a:custGeom>
              <a:avLst/>
              <a:gdLst>
                <a:gd name="connsiteX0" fmla="*/ 41791 w 60153"/>
                <a:gd name="connsiteY0" fmla="*/ 28575 h 104139"/>
                <a:gd name="connsiteX1" fmla="*/ 22162 w 60153"/>
                <a:gd name="connsiteY1" fmla="*/ 37465 h 104139"/>
                <a:gd name="connsiteX2" fmla="*/ 22162 w 60153"/>
                <a:gd name="connsiteY2" fmla="*/ 0 h 104139"/>
                <a:gd name="connsiteX3" fmla="*/ 0 w 60153"/>
                <a:gd name="connsiteY3" fmla="*/ 3175 h 104139"/>
                <a:gd name="connsiteX4" fmla="*/ 0 w 60153"/>
                <a:gd name="connsiteY4" fmla="*/ 104140 h 104139"/>
                <a:gd name="connsiteX5" fmla="*/ 22162 w 60153"/>
                <a:gd name="connsiteY5" fmla="*/ 104140 h 104139"/>
                <a:gd name="connsiteX6" fmla="*/ 22162 w 60153"/>
                <a:gd name="connsiteY6" fmla="*/ 53975 h 104139"/>
                <a:gd name="connsiteX7" fmla="*/ 32926 w 60153"/>
                <a:gd name="connsiteY7" fmla="*/ 48260 h 104139"/>
                <a:gd name="connsiteX8" fmla="*/ 37991 w 60153"/>
                <a:gd name="connsiteY8" fmla="*/ 55245 h 104139"/>
                <a:gd name="connsiteX9" fmla="*/ 37991 w 60153"/>
                <a:gd name="connsiteY9" fmla="*/ 104140 h 104139"/>
                <a:gd name="connsiteX10" fmla="*/ 60153 w 60153"/>
                <a:gd name="connsiteY10" fmla="*/ 104140 h 104139"/>
                <a:gd name="connsiteX11" fmla="*/ 60153 w 60153"/>
                <a:gd name="connsiteY11" fmla="*/ 48260 h 104139"/>
                <a:gd name="connsiteX12" fmla="*/ 41791 w 60153"/>
                <a:gd name="connsiteY12" fmla="*/ 28575 h 104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153" h="104139">
                  <a:moveTo>
                    <a:pt x="41791" y="28575"/>
                  </a:moveTo>
                  <a:cubicBezTo>
                    <a:pt x="33559" y="28575"/>
                    <a:pt x="26594" y="33020"/>
                    <a:pt x="22162" y="37465"/>
                  </a:cubicBezTo>
                  <a:lnTo>
                    <a:pt x="22162" y="0"/>
                  </a:lnTo>
                  <a:lnTo>
                    <a:pt x="0" y="3175"/>
                  </a:lnTo>
                  <a:lnTo>
                    <a:pt x="0" y="104140"/>
                  </a:lnTo>
                  <a:lnTo>
                    <a:pt x="22162" y="104140"/>
                  </a:lnTo>
                  <a:lnTo>
                    <a:pt x="22162" y="53975"/>
                  </a:lnTo>
                  <a:cubicBezTo>
                    <a:pt x="26594" y="50165"/>
                    <a:pt x="29760" y="48260"/>
                    <a:pt x="32926" y="48260"/>
                  </a:cubicBezTo>
                  <a:cubicBezTo>
                    <a:pt x="35459" y="48260"/>
                    <a:pt x="37991" y="48895"/>
                    <a:pt x="37991" y="55245"/>
                  </a:cubicBezTo>
                  <a:lnTo>
                    <a:pt x="37991" y="104140"/>
                  </a:lnTo>
                  <a:lnTo>
                    <a:pt x="60153" y="104140"/>
                  </a:lnTo>
                  <a:lnTo>
                    <a:pt x="60153" y="48260"/>
                  </a:lnTo>
                  <a:cubicBezTo>
                    <a:pt x="60153" y="35560"/>
                    <a:pt x="53821" y="28575"/>
                    <a:pt x="41791" y="28575"/>
                  </a:cubicBezTo>
                  <a:close/>
                </a:path>
              </a:pathLst>
            </a:custGeom>
            <a:grpFill/>
            <a:ln w="6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AAEF238-2ACC-75EF-52A9-C38E44AFA07E}"/>
                </a:ext>
              </a:extLst>
            </p:cNvPr>
            <p:cNvSpPr/>
            <p:nvPr/>
          </p:nvSpPr>
          <p:spPr>
            <a:xfrm>
              <a:off x="764189" y="4820603"/>
              <a:ext cx="64585" cy="76200"/>
            </a:xfrm>
            <a:custGeom>
              <a:avLst/>
              <a:gdLst>
                <a:gd name="connsiteX0" fmla="*/ 32293 w 64585"/>
                <a:gd name="connsiteY0" fmla="*/ 0 h 76200"/>
                <a:gd name="connsiteX1" fmla="*/ 0 w 64585"/>
                <a:gd name="connsiteY1" fmla="*/ 38100 h 76200"/>
                <a:gd name="connsiteX2" fmla="*/ 32293 w 64585"/>
                <a:gd name="connsiteY2" fmla="*/ 76200 h 76200"/>
                <a:gd name="connsiteX3" fmla="*/ 64586 w 64585"/>
                <a:gd name="connsiteY3" fmla="*/ 38100 h 76200"/>
                <a:gd name="connsiteX4" fmla="*/ 32293 w 64585"/>
                <a:gd name="connsiteY4" fmla="*/ 0 h 76200"/>
                <a:gd name="connsiteX5" fmla="*/ 32293 w 64585"/>
                <a:gd name="connsiteY5" fmla="*/ 58420 h 76200"/>
                <a:gd name="connsiteX6" fmla="*/ 22162 w 64585"/>
                <a:gd name="connsiteY6" fmla="*/ 38100 h 76200"/>
                <a:gd name="connsiteX7" fmla="*/ 32293 w 64585"/>
                <a:gd name="connsiteY7" fmla="*/ 18415 h 76200"/>
                <a:gd name="connsiteX8" fmla="*/ 42424 w 64585"/>
                <a:gd name="connsiteY8" fmla="*/ 38100 h 76200"/>
                <a:gd name="connsiteX9" fmla="*/ 32293 w 64585"/>
                <a:gd name="connsiteY9" fmla="*/ 5842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585" h="76200">
                  <a:moveTo>
                    <a:pt x="32293" y="0"/>
                  </a:moveTo>
                  <a:cubicBezTo>
                    <a:pt x="8232" y="0"/>
                    <a:pt x="0" y="19685"/>
                    <a:pt x="0" y="38100"/>
                  </a:cubicBezTo>
                  <a:cubicBezTo>
                    <a:pt x="0" y="66040"/>
                    <a:pt x="16463" y="76200"/>
                    <a:pt x="32293" y="76200"/>
                  </a:cubicBezTo>
                  <a:cubicBezTo>
                    <a:pt x="48123" y="76200"/>
                    <a:pt x="64586" y="66040"/>
                    <a:pt x="64586" y="38100"/>
                  </a:cubicBezTo>
                  <a:cubicBezTo>
                    <a:pt x="64586" y="10160"/>
                    <a:pt x="48123" y="0"/>
                    <a:pt x="32293" y="0"/>
                  </a:cubicBezTo>
                  <a:close/>
                  <a:moveTo>
                    <a:pt x="32293" y="58420"/>
                  </a:moveTo>
                  <a:cubicBezTo>
                    <a:pt x="27860" y="58420"/>
                    <a:pt x="22162" y="56515"/>
                    <a:pt x="22162" y="38100"/>
                  </a:cubicBezTo>
                  <a:cubicBezTo>
                    <a:pt x="22162" y="20320"/>
                    <a:pt x="27860" y="18415"/>
                    <a:pt x="32293" y="18415"/>
                  </a:cubicBezTo>
                  <a:cubicBezTo>
                    <a:pt x="36725" y="18415"/>
                    <a:pt x="42424" y="20320"/>
                    <a:pt x="42424" y="38100"/>
                  </a:cubicBezTo>
                  <a:cubicBezTo>
                    <a:pt x="42424" y="56515"/>
                    <a:pt x="36725" y="58420"/>
                    <a:pt x="32293" y="58420"/>
                  </a:cubicBezTo>
                  <a:close/>
                </a:path>
              </a:pathLst>
            </a:custGeom>
            <a:grpFill/>
            <a:ln w="6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112C8AC5-FEBE-E4C3-E6CA-B9396B0089C7}"/>
                </a:ext>
              </a:extLst>
            </p:cNvPr>
            <p:cNvSpPr/>
            <p:nvPr/>
          </p:nvSpPr>
          <p:spPr>
            <a:xfrm>
              <a:off x="836373" y="4820603"/>
              <a:ext cx="64585" cy="76200"/>
            </a:xfrm>
            <a:custGeom>
              <a:avLst/>
              <a:gdLst>
                <a:gd name="connsiteX0" fmla="*/ 32293 w 64585"/>
                <a:gd name="connsiteY0" fmla="*/ 0 h 76200"/>
                <a:gd name="connsiteX1" fmla="*/ 0 w 64585"/>
                <a:gd name="connsiteY1" fmla="*/ 38100 h 76200"/>
                <a:gd name="connsiteX2" fmla="*/ 32293 w 64585"/>
                <a:gd name="connsiteY2" fmla="*/ 76200 h 76200"/>
                <a:gd name="connsiteX3" fmla="*/ 64585 w 64585"/>
                <a:gd name="connsiteY3" fmla="*/ 38100 h 76200"/>
                <a:gd name="connsiteX4" fmla="*/ 32293 w 64585"/>
                <a:gd name="connsiteY4" fmla="*/ 0 h 76200"/>
                <a:gd name="connsiteX5" fmla="*/ 32293 w 64585"/>
                <a:gd name="connsiteY5" fmla="*/ 58420 h 76200"/>
                <a:gd name="connsiteX6" fmla="*/ 22162 w 64585"/>
                <a:gd name="connsiteY6" fmla="*/ 38100 h 76200"/>
                <a:gd name="connsiteX7" fmla="*/ 32293 w 64585"/>
                <a:gd name="connsiteY7" fmla="*/ 18415 h 76200"/>
                <a:gd name="connsiteX8" fmla="*/ 42424 w 64585"/>
                <a:gd name="connsiteY8" fmla="*/ 38100 h 76200"/>
                <a:gd name="connsiteX9" fmla="*/ 32293 w 64585"/>
                <a:gd name="connsiteY9" fmla="*/ 5842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585" h="76200">
                  <a:moveTo>
                    <a:pt x="32293" y="0"/>
                  </a:moveTo>
                  <a:cubicBezTo>
                    <a:pt x="8232" y="0"/>
                    <a:pt x="0" y="19685"/>
                    <a:pt x="0" y="38100"/>
                  </a:cubicBezTo>
                  <a:cubicBezTo>
                    <a:pt x="0" y="66040"/>
                    <a:pt x="16463" y="76200"/>
                    <a:pt x="32293" y="76200"/>
                  </a:cubicBezTo>
                  <a:cubicBezTo>
                    <a:pt x="48123" y="76200"/>
                    <a:pt x="64585" y="66040"/>
                    <a:pt x="64585" y="38100"/>
                  </a:cubicBezTo>
                  <a:cubicBezTo>
                    <a:pt x="64585" y="10160"/>
                    <a:pt x="47489" y="0"/>
                    <a:pt x="32293" y="0"/>
                  </a:cubicBezTo>
                  <a:close/>
                  <a:moveTo>
                    <a:pt x="32293" y="58420"/>
                  </a:moveTo>
                  <a:cubicBezTo>
                    <a:pt x="27860" y="58420"/>
                    <a:pt x="22162" y="56515"/>
                    <a:pt x="22162" y="38100"/>
                  </a:cubicBezTo>
                  <a:cubicBezTo>
                    <a:pt x="22162" y="20320"/>
                    <a:pt x="27860" y="18415"/>
                    <a:pt x="32293" y="18415"/>
                  </a:cubicBezTo>
                  <a:cubicBezTo>
                    <a:pt x="36725" y="18415"/>
                    <a:pt x="42424" y="20320"/>
                    <a:pt x="42424" y="38100"/>
                  </a:cubicBezTo>
                  <a:cubicBezTo>
                    <a:pt x="42424" y="56515"/>
                    <a:pt x="36725" y="58420"/>
                    <a:pt x="32293" y="58420"/>
                  </a:cubicBezTo>
                  <a:close/>
                </a:path>
              </a:pathLst>
            </a:custGeom>
            <a:grpFill/>
            <a:ln w="6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66E9D19-8FD6-1726-02BB-F11006E38F98}"/>
                </a:ext>
              </a:extLst>
            </p:cNvPr>
            <p:cNvSpPr/>
            <p:nvPr/>
          </p:nvSpPr>
          <p:spPr>
            <a:xfrm>
              <a:off x="954779" y="4820603"/>
              <a:ext cx="64602" cy="76200"/>
            </a:xfrm>
            <a:custGeom>
              <a:avLst/>
              <a:gdLst>
                <a:gd name="connsiteX0" fmla="*/ 32293 w 64602"/>
                <a:gd name="connsiteY0" fmla="*/ 0 h 76200"/>
                <a:gd name="connsiteX1" fmla="*/ 0 w 64602"/>
                <a:gd name="connsiteY1" fmla="*/ 38100 h 76200"/>
                <a:gd name="connsiteX2" fmla="*/ 32293 w 64602"/>
                <a:gd name="connsiteY2" fmla="*/ 76200 h 76200"/>
                <a:gd name="connsiteX3" fmla="*/ 64585 w 64602"/>
                <a:gd name="connsiteY3" fmla="*/ 38100 h 76200"/>
                <a:gd name="connsiteX4" fmla="*/ 32293 w 64602"/>
                <a:gd name="connsiteY4" fmla="*/ 0 h 76200"/>
                <a:gd name="connsiteX5" fmla="*/ 32293 w 64602"/>
                <a:gd name="connsiteY5" fmla="*/ 58420 h 76200"/>
                <a:gd name="connsiteX6" fmla="*/ 22162 w 64602"/>
                <a:gd name="connsiteY6" fmla="*/ 38100 h 76200"/>
                <a:gd name="connsiteX7" fmla="*/ 32293 w 64602"/>
                <a:gd name="connsiteY7" fmla="*/ 18415 h 76200"/>
                <a:gd name="connsiteX8" fmla="*/ 42424 w 64602"/>
                <a:gd name="connsiteY8" fmla="*/ 38100 h 76200"/>
                <a:gd name="connsiteX9" fmla="*/ 32293 w 64602"/>
                <a:gd name="connsiteY9" fmla="*/ 5842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602" h="76200">
                  <a:moveTo>
                    <a:pt x="32293" y="0"/>
                  </a:moveTo>
                  <a:cubicBezTo>
                    <a:pt x="8232" y="0"/>
                    <a:pt x="0" y="19685"/>
                    <a:pt x="0" y="38100"/>
                  </a:cubicBezTo>
                  <a:cubicBezTo>
                    <a:pt x="0" y="66040"/>
                    <a:pt x="16463" y="76200"/>
                    <a:pt x="32293" y="76200"/>
                  </a:cubicBezTo>
                  <a:cubicBezTo>
                    <a:pt x="48123" y="76200"/>
                    <a:pt x="64585" y="66040"/>
                    <a:pt x="64585" y="38100"/>
                  </a:cubicBezTo>
                  <a:cubicBezTo>
                    <a:pt x="65219" y="10160"/>
                    <a:pt x="48123" y="0"/>
                    <a:pt x="32293" y="0"/>
                  </a:cubicBezTo>
                  <a:close/>
                  <a:moveTo>
                    <a:pt x="32293" y="58420"/>
                  </a:moveTo>
                  <a:cubicBezTo>
                    <a:pt x="27860" y="58420"/>
                    <a:pt x="22162" y="56515"/>
                    <a:pt x="22162" y="38100"/>
                  </a:cubicBezTo>
                  <a:cubicBezTo>
                    <a:pt x="22162" y="20320"/>
                    <a:pt x="27860" y="18415"/>
                    <a:pt x="32293" y="18415"/>
                  </a:cubicBezTo>
                  <a:cubicBezTo>
                    <a:pt x="36725" y="18415"/>
                    <a:pt x="42424" y="20320"/>
                    <a:pt x="42424" y="38100"/>
                  </a:cubicBezTo>
                  <a:cubicBezTo>
                    <a:pt x="42424" y="56515"/>
                    <a:pt x="37358" y="58420"/>
                    <a:pt x="32293" y="58420"/>
                  </a:cubicBezTo>
                  <a:close/>
                </a:path>
              </a:pathLst>
            </a:custGeom>
            <a:grpFill/>
            <a:ln w="6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59A08B4-D865-0041-EDE8-BA73E37BA102}"/>
                </a:ext>
              </a:extLst>
            </p:cNvPr>
            <p:cNvSpPr/>
            <p:nvPr/>
          </p:nvSpPr>
          <p:spPr>
            <a:xfrm>
              <a:off x="1023797" y="4794567"/>
              <a:ext cx="44956" cy="101600"/>
            </a:xfrm>
            <a:custGeom>
              <a:avLst/>
              <a:gdLst>
                <a:gd name="connsiteX0" fmla="*/ 33559 w 44956"/>
                <a:gd name="connsiteY0" fmla="*/ 0 h 101600"/>
                <a:gd name="connsiteX1" fmla="*/ 10131 w 44956"/>
                <a:gd name="connsiteY1" fmla="*/ 22860 h 101600"/>
                <a:gd name="connsiteX2" fmla="*/ 10131 w 44956"/>
                <a:gd name="connsiteY2" fmla="*/ 27940 h 101600"/>
                <a:gd name="connsiteX3" fmla="*/ 0 w 44956"/>
                <a:gd name="connsiteY3" fmla="*/ 27940 h 101600"/>
                <a:gd name="connsiteX4" fmla="*/ 0 w 44956"/>
                <a:gd name="connsiteY4" fmla="*/ 45085 h 101600"/>
                <a:gd name="connsiteX5" fmla="*/ 10131 w 44956"/>
                <a:gd name="connsiteY5" fmla="*/ 45085 h 101600"/>
                <a:gd name="connsiteX6" fmla="*/ 10131 w 44956"/>
                <a:gd name="connsiteY6" fmla="*/ 101600 h 101600"/>
                <a:gd name="connsiteX7" fmla="*/ 32293 w 44956"/>
                <a:gd name="connsiteY7" fmla="*/ 101600 h 101600"/>
                <a:gd name="connsiteX8" fmla="*/ 32293 w 44956"/>
                <a:gd name="connsiteY8" fmla="*/ 45085 h 101600"/>
                <a:gd name="connsiteX9" fmla="*/ 44957 w 44956"/>
                <a:gd name="connsiteY9" fmla="*/ 45085 h 101600"/>
                <a:gd name="connsiteX10" fmla="*/ 44957 w 44956"/>
                <a:gd name="connsiteY10" fmla="*/ 27940 h 101600"/>
                <a:gd name="connsiteX11" fmla="*/ 32293 w 44956"/>
                <a:gd name="connsiteY11" fmla="*/ 27940 h 101600"/>
                <a:gd name="connsiteX12" fmla="*/ 32293 w 44956"/>
                <a:gd name="connsiteY12" fmla="*/ 23495 h 101600"/>
                <a:gd name="connsiteX13" fmla="*/ 39258 w 44956"/>
                <a:gd name="connsiteY13" fmla="*/ 17145 h 101600"/>
                <a:gd name="connsiteX14" fmla="*/ 43690 w 44956"/>
                <a:gd name="connsiteY14" fmla="*/ 17780 h 101600"/>
                <a:gd name="connsiteX15" fmla="*/ 44957 w 44956"/>
                <a:gd name="connsiteY15" fmla="*/ 17780 h 101600"/>
                <a:gd name="connsiteX16" fmla="*/ 44957 w 44956"/>
                <a:gd name="connsiteY16" fmla="*/ 635 h 101600"/>
                <a:gd name="connsiteX17" fmla="*/ 44323 w 44956"/>
                <a:gd name="connsiteY17" fmla="*/ 635 h 101600"/>
                <a:gd name="connsiteX18" fmla="*/ 33559 w 44956"/>
                <a:gd name="connsiteY18" fmla="*/ 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4956" h="101600">
                  <a:moveTo>
                    <a:pt x="33559" y="0"/>
                  </a:moveTo>
                  <a:cubicBezTo>
                    <a:pt x="12664" y="0"/>
                    <a:pt x="10131" y="12065"/>
                    <a:pt x="10131" y="22860"/>
                  </a:cubicBezTo>
                  <a:lnTo>
                    <a:pt x="10131" y="27940"/>
                  </a:lnTo>
                  <a:lnTo>
                    <a:pt x="0" y="27940"/>
                  </a:lnTo>
                  <a:lnTo>
                    <a:pt x="0" y="45085"/>
                  </a:lnTo>
                  <a:lnTo>
                    <a:pt x="10131" y="45085"/>
                  </a:lnTo>
                  <a:lnTo>
                    <a:pt x="10131" y="101600"/>
                  </a:lnTo>
                  <a:lnTo>
                    <a:pt x="32293" y="101600"/>
                  </a:lnTo>
                  <a:lnTo>
                    <a:pt x="32293" y="45085"/>
                  </a:lnTo>
                  <a:lnTo>
                    <a:pt x="44957" y="45085"/>
                  </a:lnTo>
                  <a:lnTo>
                    <a:pt x="44957" y="27940"/>
                  </a:lnTo>
                  <a:lnTo>
                    <a:pt x="32293" y="27940"/>
                  </a:lnTo>
                  <a:lnTo>
                    <a:pt x="32293" y="23495"/>
                  </a:lnTo>
                  <a:cubicBezTo>
                    <a:pt x="32293" y="18415"/>
                    <a:pt x="34826" y="17145"/>
                    <a:pt x="39258" y="17145"/>
                  </a:cubicBezTo>
                  <a:cubicBezTo>
                    <a:pt x="40524" y="17145"/>
                    <a:pt x="43057" y="17145"/>
                    <a:pt x="43690" y="17780"/>
                  </a:cubicBezTo>
                  <a:lnTo>
                    <a:pt x="44957" y="17780"/>
                  </a:lnTo>
                  <a:lnTo>
                    <a:pt x="44957" y="635"/>
                  </a:lnTo>
                  <a:lnTo>
                    <a:pt x="44323" y="635"/>
                  </a:lnTo>
                  <a:cubicBezTo>
                    <a:pt x="43057" y="0"/>
                    <a:pt x="36725" y="0"/>
                    <a:pt x="33559" y="0"/>
                  </a:cubicBezTo>
                  <a:close/>
                </a:path>
              </a:pathLst>
            </a:custGeom>
            <a:grpFill/>
            <a:ln w="6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B6DDBB9-21DF-FFA0-49B2-4C2E8D791B5B}"/>
                </a:ext>
              </a:extLst>
            </p:cNvPr>
            <p:cNvSpPr/>
            <p:nvPr/>
          </p:nvSpPr>
          <p:spPr>
            <a:xfrm>
              <a:off x="1095981" y="4794567"/>
              <a:ext cx="88013" cy="100965"/>
            </a:xfrm>
            <a:custGeom>
              <a:avLst/>
              <a:gdLst>
                <a:gd name="connsiteX0" fmla="*/ 44323 w 88013"/>
                <a:gd name="connsiteY0" fmla="*/ 66040 h 100965"/>
                <a:gd name="connsiteX1" fmla="*/ 27860 w 88013"/>
                <a:gd name="connsiteY1" fmla="*/ 0 h 100965"/>
                <a:gd name="connsiteX2" fmla="*/ 0 w 88013"/>
                <a:gd name="connsiteY2" fmla="*/ 0 h 100965"/>
                <a:gd name="connsiteX3" fmla="*/ 0 w 88013"/>
                <a:gd name="connsiteY3" fmla="*/ 100965 h 100965"/>
                <a:gd name="connsiteX4" fmla="*/ 18996 w 88013"/>
                <a:gd name="connsiteY4" fmla="*/ 100965 h 100965"/>
                <a:gd name="connsiteX5" fmla="*/ 18996 w 88013"/>
                <a:gd name="connsiteY5" fmla="*/ 38100 h 100965"/>
                <a:gd name="connsiteX6" fmla="*/ 34826 w 88013"/>
                <a:gd name="connsiteY6" fmla="*/ 100965 h 100965"/>
                <a:gd name="connsiteX7" fmla="*/ 51922 w 88013"/>
                <a:gd name="connsiteY7" fmla="*/ 100965 h 100965"/>
                <a:gd name="connsiteX8" fmla="*/ 67751 w 88013"/>
                <a:gd name="connsiteY8" fmla="*/ 38735 h 100965"/>
                <a:gd name="connsiteX9" fmla="*/ 67751 w 88013"/>
                <a:gd name="connsiteY9" fmla="*/ 100965 h 100965"/>
                <a:gd name="connsiteX10" fmla="*/ 88014 w 88013"/>
                <a:gd name="connsiteY10" fmla="*/ 100965 h 100965"/>
                <a:gd name="connsiteX11" fmla="*/ 88014 w 88013"/>
                <a:gd name="connsiteY11" fmla="*/ 0 h 100965"/>
                <a:gd name="connsiteX12" fmla="*/ 59520 w 88013"/>
                <a:gd name="connsiteY12" fmla="*/ 0 h 100965"/>
                <a:gd name="connsiteX13" fmla="*/ 44323 w 88013"/>
                <a:gd name="connsiteY13" fmla="*/ 66040 h 100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8013" h="100965">
                  <a:moveTo>
                    <a:pt x="44323" y="66040"/>
                  </a:moveTo>
                  <a:lnTo>
                    <a:pt x="27860" y="0"/>
                  </a:lnTo>
                  <a:lnTo>
                    <a:pt x="0" y="0"/>
                  </a:lnTo>
                  <a:lnTo>
                    <a:pt x="0" y="100965"/>
                  </a:lnTo>
                  <a:lnTo>
                    <a:pt x="18996" y="100965"/>
                  </a:lnTo>
                  <a:lnTo>
                    <a:pt x="18996" y="38100"/>
                  </a:lnTo>
                  <a:cubicBezTo>
                    <a:pt x="20262" y="42545"/>
                    <a:pt x="34826" y="100965"/>
                    <a:pt x="34826" y="100965"/>
                  </a:cubicBezTo>
                  <a:lnTo>
                    <a:pt x="51922" y="100965"/>
                  </a:lnTo>
                  <a:cubicBezTo>
                    <a:pt x="51922" y="100965"/>
                    <a:pt x="66485" y="43815"/>
                    <a:pt x="67751" y="38735"/>
                  </a:cubicBezTo>
                  <a:lnTo>
                    <a:pt x="67751" y="100965"/>
                  </a:lnTo>
                  <a:lnTo>
                    <a:pt x="88014" y="100965"/>
                  </a:lnTo>
                  <a:lnTo>
                    <a:pt x="88014" y="0"/>
                  </a:lnTo>
                  <a:lnTo>
                    <a:pt x="59520" y="0"/>
                  </a:lnTo>
                  <a:lnTo>
                    <a:pt x="44323" y="66040"/>
                  </a:lnTo>
                  <a:close/>
                </a:path>
              </a:pathLst>
            </a:custGeom>
            <a:grpFill/>
            <a:ln w="6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79DB137-DD55-F121-4CCF-6DB6A49C810C}"/>
                </a:ext>
              </a:extLst>
            </p:cNvPr>
            <p:cNvSpPr/>
            <p:nvPr/>
          </p:nvSpPr>
          <p:spPr>
            <a:xfrm>
              <a:off x="1193492" y="4819967"/>
              <a:ext cx="61419" cy="76200"/>
            </a:xfrm>
            <a:custGeom>
              <a:avLst/>
              <a:gdLst>
                <a:gd name="connsiteX0" fmla="*/ 47489 w 61419"/>
                <a:gd name="connsiteY0" fmla="*/ 50800 h 76200"/>
                <a:gd name="connsiteX1" fmla="*/ 33559 w 61419"/>
                <a:gd name="connsiteY1" fmla="*/ 59055 h 76200"/>
                <a:gd name="connsiteX2" fmla="*/ 22162 w 61419"/>
                <a:gd name="connsiteY2" fmla="*/ 44450 h 76200"/>
                <a:gd name="connsiteX3" fmla="*/ 61420 w 61419"/>
                <a:gd name="connsiteY3" fmla="*/ 44450 h 76200"/>
                <a:gd name="connsiteX4" fmla="*/ 61420 w 61419"/>
                <a:gd name="connsiteY4" fmla="*/ 39370 h 76200"/>
                <a:gd name="connsiteX5" fmla="*/ 31660 w 61419"/>
                <a:gd name="connsiteY5" fmla="*/ 0 h 76200"/>
                <a:gd name="connsiteX6" fmla="*/ 0 w 61419"/>
                <a:gd name="connsiteY6" fmla="*/ 38100 h 76200"/>
                <a:gd name="connsiteX7" fmla="*/ 32293 w 61419"/>
                <a:gd name="connsiteY7" fmla="*/ 76200 h 76200"/>
                <a:gd name="connsiteX8" fmla="*/ 60786 w 61419"/>
                <a:gd name="connsiteY8" fmla="*/ 60960 h 76200"/>
                <a:gd name="connsiteX9" fmla="*/ 61420 w 61419"/>
                <a:gd name="connsiteY9" fmla="*/ 59690 h 76200"/>
                <a:gd name="connsiteX10" fmla="*/ 48123 w 61419"/>
                <a:gd name="connsiteY10" fmla="*/ 48895 h 76200"/>
                <a:gd name="connsiteX11" fmla="*/ 47489 w 61419"/>
                <a:gd name="connsiteY11" fmla="*/ 50800 h 76200"/>
                <a:gd name="connsiteX12" fmla="*/ 22795 w 61419"/>
                <a:gd name="connsiteY12" fmla="*/ 31115 h 76200"/>
                <a:gd name="connsiteX13" fmla="*/ 32293 w 61419"/>
                <a:gd name="connsiteY13" fmla="*/ 18415 h 76200"/>
                <a:gd name="connsiteX14" fmla="*/ 41157 w 61419"/>
                <a:gd name="connsiteY14" fmla="*/ 31115 h 76200"/>
                <a:gd name="connsiteX15" fmla="*/ 22795 w 61419"/>
                <a:gd name="connsiteY15" fmla="*/ 3111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1419" h="76200">
                  <a:moveTo>
                    <a:pt x="47489" y="50800"/>
                  </a:moveTo>
                  <a:cubicBezTo>
                    <a:pt x="44957" y="54610"/>
                    <a:pt x="39891" y="59055"/>
                    <a:pt x="33559" y="59055"/>
                  </a:cubicBezTo>
                  <a:cubicBezTo>
                    <a:pt x="26594" y="59055"/>
                    <a:pt x="23428" y="53975"/>
                    <a:pt x="22162" y="44450"/>
                  </a:cubicBezTo>
                  <a:lnTo>
                    <a:pt x="61420" y="44450"/>
                  </a:lnTo>
                  <a:lnTo>
                    <a:pt x="61420" y="39370"/>
                  </a:lnTo>
                  <a:cubicBezTo>
                    <a:pt x="61420" y="14605"/>
                    <a:pt x="50655" y="0"/>
                    <a:pt x="31660" y="0"/>
                  </a:cubicBezTo>
                  <a:cubicBezTo>
                    <a:pt x="17096" y="0"/>
                    <a:pt x="0" y="10160"/>
                    <a:pt x="0" y="38100"/>
                  </a:cubicBezTo>
                  <a:cubicBezTo>
                    <a:pt x="0" y="62230"/>
                    <a:pt x="12031" y="76200"/>
                    <a:pt x="32293" y="76200"/>
                  </a:cubicBezTo>
                  <a:cubicBezTo>
                    <a:pt x="44323" y="76200"/>
                    <a:pt x="53821" y="71120"/>
                    <a:pt x="60786" y="60960"/>
                  </a:cubicBezTo>
                  <a:lnTo>
                    <a:pt x="61420" y="59690"/>
                  </a:lnTo>
                  <a:lnTo>
                    <a:pt x="48123" y="48895"/>
                  </a:lnTo>
                  <a:lnTo>
                    <a:pt x="47489" y="50800"/>
                  </a:lnTo>
                  <a:close/>
                  <a:moveTo>
                    <a:pt x="22795" y="31115"/>
                  </a:moveTo>
                  <a:cubicBezTo>
                    <a:pt x="23428" y="24765"/>
                    <a:pt x="25961" y="18415"/>
                    <a:pt x="32293" y="18415"/>
                  </a:cubicBezTo>
                  <a:cubicBezTo>
                    <a:pt x="35459" y="18415"/>
                    <a:pt x="40524" y="19685"/>
                    <a:pt x="41157" y="31115"/>
                  </a:cubicBezTo>
                  <a:lnTo>
                    <a:pt x="22795" y="31115"/>
                  </a:lnTo>
                  <a:close/>
                </a:path>
              </a:pathLst>
            </a:custGeom>
            <a:grpFill/>
            <a:ln w="6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2AC97D2-6502-43C5-4831-2C62031D9134}"/>
                </a:ext>
              </a:extLst>
            </p:cNvPr>
            <p:cNvSpPr/>
            <p:nvPr/>
          </p:nvSpPr>
          <p:spPr>
            <a:xfrm>
              <a:off x="1265043" y="4794567"/>
              <a:ext cx="65851" cy="102235"/>
            </a:xfrm>
            <a:custGeom>
              <a:avLst/>
              <a:gdLst>
                <a:gd name="connsiteX0" fmla="*/ 62686 w 65851"/>
                <a:gd name="connsiteY0" fmla="*/ 82550 h 102235"/>
                <a:gd name="connsiteX1" fmla="*/ 62686 w 65851"/>
                <a:gd name="connsiteY1" fmla="*/ 0 h 102235"/>
                <a:gd name="connsiteX2" fmla="*/ 40524 w 65851"/>
                <a:gd name="connsiteY2" fmla="*/ 0 h 102235"/>
                <a:gd name="connsiteX3" fmla="*/ 40524 w 65851"/>
                <a:gd name="connsiteY3" fmla="*/ 33020 h 102235"/>
                <a:gd name="connsiteX4" fmla="*/ 24061 w 65851"/>
                <a:gd name="connsiteY4" fmla="*/ 26035 h 102235"/>
                <a:gd name="connsiteX5" fmla="*/ 0 w 65851"/>
                <a:gd name="connsiteY5" fmla="*/ 64770 h 102235"/>
                <a:gd name="connsiteX6" fmla="*/ 24061 w 65851"/>
                <a:gd name="connsiteY6" fmla="*/ 102235 h 102235"/>
                <a:gd name="connsiteX7" fmla="*/ 41157 w 65851"/>
                <a:gd name="connsiteY7" fmla="*/ 94615 h 102235"/>
                <a:gd name="connsiteX8" fmla="*/ 42424 w 65851"/>
                <a:gd name="connsiteY8" fmla="*/ 100330 h 102235"/>
                <a:gd name="connsiteX9" fmla="*/ 43057 w 65851"/>
                <a:gd name="connsiteY9" fmla="*/ 100965 h 102235"/>
                <a:gd name="connsiteX10" fmla="*/ 65852 w 65851"/>
                <a:gd name="connsiteY10" fmla="*/ 100965 h 102235"/>
                <a:gd name="connsiteX11" fmla="*/ 65219 w 65851"/>
                <a:gd name="connsiteY11" fmla="*/ 99060 h 102235"/>
                <a:gd name="connsiteX12" fmla="*/ 62686 w 65851"/>
                <a:gd name="connsiteY12" fmla="*/ 82550 h 102235"/>
                <a:gd name="connsiteX13" fmla="*/ 40524 w 65851"/>
                <a:gd name="connsiteY13" fmla="*/ 50165 h 102235"/>
                <a:gd name="connsiteX14" fmla="*/ 40524 w 65851"/>
                <a:gd name="connsiteY14" fmla="*/ 78105 h 102235"/>
                <a:gd name="connsiteX15" fmla="*/ 31026 w 65851"/>
                <a:gd name="connsiteY15" fmla="*/ 83820 h 102235"/>
                <a:gd name="connsiteX16" fmla="*/ 21529 w 65851"/>
                <a:gd name="connsiteY16" fmla="*/ 64135 h 102235"/>
                <a:gd name="connsiteX17" fmla="*/ 31026 w 65851"/>
                <a:gd name="connsiteY17" fmla="*/ 45085 h 102235"/>
                <a:gd name="connsiteX18" fmla="*/ 40524 w 65851"/>
                <a:gd name="connsiteY18" fmla="*/ 50165 h 102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851" h="102235">
                  <a:moveTo>
                    <a:pt x="62686" y="82550"/>
                  </a:moveTo>
                  <a:lnTo>
                    <a:pt x="62686" y="0"/>
                  </a:lnTo>
                  <a:lnTo>
                    <a:pt x="40524" y="0"/>
                  </a:lnTo>
                  <a:lnTo>
                    <a:pt x="40524" y="33020"/>
                  </a:lnTo>
                  <a:cubicBezTo>
                    <a:pt x="36092" y="28575"/>
                    <a:pt x="30393" y="26035"/>
                    <a:pt x="24061" y="26035"/>
                  </a:cubicBezTo>
                  <a:cubicBezTo>
                    <a:pt x="8865" y="26035"/>
                    <a:pt x="0" y="40005"/>
                    <a:pt x="0" y="64770"/>
                  </a:cubicBezTo>
                  <a:cubicBezTo>
                    <a:pt x="0" y="95885"/>
                    <a:pt x="13297" y="102235"/>
                    <a:pt x="24061" y="102235"/>
                  </a:cubicBezTo>
                  <a:cubicBezTo>
                    <a:pt x="31026" y="102235"/>
                    <a:pt x="36725" y="99695"/>
                    <a:pt x="41157" y="94615"/>
                  </a:cubicBezTo>
                  <a:cubicBezTo>
                    <a:pt x="41157" y="96520"/>
                    <a:pt x="41791" y="99060"/>
                    <a:pt x="42424" y="100330"/>
                  </a:cubicBezTo>
                  <a:lnTo>
                    <a:pt x="43057" y="100965"/>
                  </a:lnTo>
                  <a:lnTo>
                    <a:pt x="65852" y="100965"/>
                  </a:lnTo>
                  <a:lnTo>
                    <a:pt x="65219" y="99060"/>
                  </a:lnTo>
                  <a:cubicBezTo>
                    <a:pt x="63319" y="95885"/>
                    <a:pt x="62686" y="90805"/>
                    <a:pt x="62686" y="82550"/>
                  </a:cubicBezTo>
                  <a:close/>
                  <a:moveTo>
                    <a:pt x="40524" y="50165"/>
                  </a:moveTo>
                  <a:lnTo>
                    <a:pt x="40524" y="78105"/>
                  </a:lnTo>
                  <a:cubicBezTo>
                    <a:pt x="37991" y="80645"/>
                    <a:pt x="34826" y="83820"/>
                    <a:pt x="31026" y="83820"/>
                  </a:cubicBezTo>
                  <a:cubicBezTo>
                    <a:pt x="27227" y="83820"/>
                    <a:pt x="21529" y="81915"/>
                    <a:pt x="21529" y="64135"/>
                  </a:cubicBezTo>
                  <a:cubicBezTo>
                    <a:pt x="21529" y="46990"/>
                    <a:pt x="25961" y="45085"/>
                    <a:pt x="31026" y="45085"/>
                  </a:cubicBezTo>
                  <a:cubicBezTo>
                    <a:pt x="34192" y="45085"/>
                    <a:pt x="36725" y="46990"/>
                    <a:pt x="40524" y="50165"/>
                  </a:cubicBezTo>
                  <a:close/>
                </a:path>
              </a:pathLst>
            </a:custGeom>
            <a:grpFill/>
            <a:ln w="6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8D9B2E2-9151-1FA6-C1D3-BBC95F4AB661}"/>
                </a:ext>
              </a:extLst>
            </p:cNvPr>
            <p:cNvSpPr/>
            <p:nvPr/>
          </p:nvSpPr>
          <p:spPr>
            <a:xfrm>
              <a:off x="1341026" y="4794568"/>
              <a:ext cx="22161" cy="19685"/>
            </a:xfrm>
            <a:custGeom>
              <a:avLst/>
              <a:gdLst>
                <a:gd name="connsiteX0" fmla="*/ 0 w 22161"/>
                <a:gd name="connsiteY0" fmla="*/ 0 h 19685"/>
                <a:gd name="connsiteX1" fmla="*/ 22162 w 22161"/>
                <a:gd name="connsiteY1" fmla="*/ 0 h 19685"/>
                <a:gd name="connsiteX2" fmla="*/ 22162 w 22161"/>
                <a:gd name="connsiteY2" fmla="*/ 19685 h 19685"/>
                <a:gd name="connsiteX3" fmla="*/ 0 w 22161"/>
                <a:gd name="connsiteY3" fmla="*/ 19685 h 19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61" h="19685">
                  <a:moveTo>
                    <a:pt x="0" y="0"/>
                  </a:moveTo>
                  <a:lnTo>
                    <a:pt x="22162" y="0"/>
                  </a:lnTo>
                  <a:lnTo>
                    <a:pt x="22162" y="19685"/>
                  </a:lnTo>
                  <a:lnTo>
                    <a:pt x="0" y="19685"/>
                  </a:lnTo>
                  <a:close/>
                </a:path>
              </a:pathLst>
            </a:custGeom>
            <a:grpFill/>
            <a:ln w="6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21027B6-1A07-804C-B9EA-0B9836BF1524}"/>
                </a:ext>
              </a:extLst>
            </p:cNvPr>
            <p:cNvSpPr/>
            <p:nvPr/>
          </p:nvSpPr>
          <p:spPr>
            <a:xfrm>
              <a:off x="1341026" y="4821873"/>
              <a:ext cx="22161" cy="73660"/>
            </a:xfrm>
            <a:custGeom>
              <a:avLst/>
              <a:gdLst>
                <a:gd name="connsiteX0" fmla="*/ 0 w 22161"/>
                <a:gd name="connsiteY0" fmla="*/ 0 h 73660"/>
                <a:gd name="connsiteX1" fmla="*/ 22162 w 22161"/>
                <a:gd name="connsiteY1" fmla="*/ 0 h 73660"/>
                <a:gd name="connsiteX2" fmla="*/ 22162 w 22161"/>
                <a:gd name="connsiteY2" fmla="*/ 73660 h 73660"/>
                <a:gd name="connsiteX3" fmla="*/ 0 w 22161"/>
                <a:gd name="connsiteY3" fmla="*/ 73660 h 7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61" h="73660">
                  <a:moveTo>
                    <a:pt x="0" y="0"/>
                  </a:moveTo>
                  <a:lnTo>
                    <a:pt x="22162" y="0"/>
                  </a:lnTo>
                  <a:lnTo>
                    <a:pt x="22162" y="73660"/>
                  </a:lnTo>
                  <a:lnTo>
                    <a:pt x="0" y="73660"/>
                  </a:lnTo>
                  <a:close/>
                </a:path>
              </a:pathLst>
            </a:custGeom>
            <a:grpFill/>
            <a:ln w="6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5B5673EA-C573-4D46-5C84-BEC55169313A}"/>
                </a:ext>
              </a:extLst>
            </p:cNvPr>
            <p:cNvSpPr/>
            <p:nvPr/>
          </p:nvSpPr>
          <p:spPr>
            <a:xfrm>
              <a:off x="1372685" y="4820603"/>
              <a:ext cx="61419" cy="76200"/>
            </a:xfrm>
            <a:custGeom>
              <a:avLst/>
              <a:gdLst>
                <a:gd name="connsiteX0" fmla="*/ 41791 w 61419"/>
                <a:gd name="connsiteY0" fmla="*/ 46990 h 76200"/>
                <a:gd name="connsiteX1" fmla="*/ 32293 w 61419"/>
                <a:gd name="connsiteY1" fmla="*/ 59055 h 76200"/>
                <a:gd name="connsiteX2" fmla="*/ 22795 w 61419"/>
                <a:gd name="connsiteY2" fmla="*/ 38100 h 76200"/>
                <a:gd name="connsiteX3" fmla="*/ 32293 w 61419"/>
                <a:gd name="connsiteY3" fmla="*/ 17780 h 76200"/>
                <a:gd name="connsiteX4" fmla="*/ 41157 w 61419"/>
                <a:gd name="connsiteY4" fmla="*/ 28575 h 76200"/>
                <a:gd name="connsiteX5" fmla="*/ 41157 w 61419"/>
                <a:gd name="connsiteY5" fmla="*/ 29845 h 76200"/>
                <a:gd name="connsiteX6" fmla="*/ 61420 w 61419"/>
                <a:gd name="connsiteY6" fmla="*/ 25400 h 76200"/>
                <a:gd name="connsiteX7" fmla="*/ 60786 w 61419"/>
                <a:gd name="connsiteY7" fmla="*/ 24130 h 76200"/>
                <a:gd name="connsiteX8" fmla="*/ 32293 w 61419"/>
                <a:gd name="connsiteY8" fmla="*/ 0 h 76200"/>
                <a:gd name="connsiteX9" fmla="*/ 0 w 61419"/>
                <a:gd name="connsiteY9" fmla="*/ 38100 h 76200"/>
                <a:gd name="connsiteX10" fmla="*/ 31660 w 61419"/>
                <a:gd name="connsiteY10" fmla="*/ 76200 h 76200"/>
                <a:gd name="connsiteX11" fmla="*/ 60786 w 61419"/>
                <a:gd name="connsiteY11" fmla="*/ 52070 h 76200"/>
                <a:gd name="connsiteX12" fmla="*/ 61420 w 61419"/>
                <a:gd name="connsiteY12" fmla="*/ 50800 h 76200"/>
                <a:gd name="connsiteX13" fmla="*/ 41791 w 61419"/>
                <a:gd name="connsiteY13" fmla="*/ 45720 h 76200"/>
                <a:gd name="connsiteX14" fmla="*/ 41791 w 61419"/>
                <a:gd name="connsiteY14" fmla="*/ 4699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1419" h="76200">
                  <a:moveTo>
                    <a:pt x="41791" y="46990"/>
                  </a:moveTo>
                  <a:cubicBezTo>
                    <a:pt x="39891" y="57785"/>
                    <a:pt x="35459" y="59055"/>
                    <a:pt x="32293" y="59055"/>
                  </a:cubicBezTo>
                  <a:cubicBezTo>
                    <a:pt x="28494" y="59055"/>
                    <a:pt x="22795" y="57150"/>
                    <a:pt x="22795" y="38100"/>
                  </a:cubicBezTo>
                  <a:cubicBezTo>
                    <a:pt x="22795" y="17780"/>
                    <a:pt x="29760" y="17780"/>
                    <a:pt x="32293" y="17780"/>
                  </a:cubicBezTo>
                  <a:cubicBezTo>
                    <a:pt x="36092" y="17780"/>
                    <a:pt x="38625" y="19685"/>
                    <a:pt x="41157" y="28575"/>
                  </a:cubicBezTo>
                  <a:lnTo>
                    <a:pt x="41157" y="29845"/>
                  </a:lnTo>
                  <a:lnTo>
                    <a:pt x="61420" y="25400"/>
                  </a:lnTo>
                  <a:lnTo>
                    <a:pt x="60786" y="24130"/>
                  </a:lnTo>
                  <a:cubicBezTo>
                    <a:pt x="58254" y="13970"/>
                    <a:pt x="52555" y="0"/>
                    <a:pt x="32293" y="0"/>
                  </a:cubicBezTo>
                  <a:cubicBezTo>
                    <a:pt x="16463" y="0"/>
                    <a:pt x="0" y="10160"/>
                    <a:pt x="0" y="38100"/>
                  </a:cubicBezTo>
                  <a:cubicBezTo>
                    <a:pt x="0" y="66040"/>
                    <a:pt x="16463" y="76200"/>
                    <a:pt x="31660" y="76200"/>
                  </a:cubicBezTo>
                  <a:cubicBezTo>
                    <a:pt x="46856" y="76200"/>
                    <a:pt x="56987" y="67945"/>
                    <a:pt x="60786" y="52070"/>
                  </a:cubicBezTo>
                  <a:lnTo>
                    <a:pt x="61420" y="50800"/>
                  </a:lnTo>
                  <a:lnTo>
                    <a:pt x="41791" y="45720"/>
                  </a:lnTo>
                  <a:lnTo>
                    <a:pt x="41791" y="46990"/>
                  </a:lnTo>
                  <a:close/>
                </a:path>
              </a:pathLst>
            </a:custGeom>
            <a:grpFill/>
            <a:ln w="6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597C65A-B216-F1E8-F68D-D193197C2EAC}"/>
                </a:ext>
              </a:extLst>
            </p:cNvPr>
            <p:cNvSpPr/>
            <p:nvPr/>
          </p:nvSpPr>
          <p:spPr>
            <a:xfrm>
              <a:off x="1442970" y="4794568"/>
              <a:ext cx="22161" cy="19685"/>
            </a:xfrm>
            <a:custGeom>
              <a:avLst/>
              <a:gdLst>
                <a:gd name="connsiteX0" fmla="*/ 0 w 22161"/>
                <a:gd name="connsiteY0" fmla="*/ 0 h 19685"/>
                <a:gd name="connsiteX1" fmla="*/ 22162 w 22161"/>
                <a:gd name="connsiteY1" fmla="*/ 0 h 19685"/>
                <a:gd name="connsiteX2" fmla="*/ 22162 w 22161"/>
                <a:gd name="connsiteY2" fmla="*/ 19685 h 19685"/>
                <a:gd name="connsiteX3" fmla="*/ 0 w 22161"/>
                <a:gd name="connsiteY3" fmla="*/ 19685 h 19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61" h="19685">
                  <a:moveTo>
                    <a:pt x="0" y="0"/>
                  </a:moveTo>
                  <a:lnTo>
                    <a:pt x="22162" y="0"/>
                  </a:lnTo>
                  <a:lnTo>
                    <a:pt x="22162" y="19685"/>
                  </a:lnTo>
                  <a:lnTo>
                    <a:pt x="0" y="19685"/>
                  </a:lnTo>
                  <a:close/>
                </a:path>
              </a:pathLst>
            </a:custGeom>
            <a:grpFill/>
            <a:ln w="6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51617FD-46F2-8D5F-B506-3CC9DB278CD7}"/>
                </a:ext>
              </a:extLst>
            </p:cNvPr>
            <p:cNvSpPr/>
            <p:nvPr/>
          </p:nvSpPr>
          <p:spPr>
            <a:xfrm>
              <a:off x="1442970" y="4821873"/>
              <a:ext cx="22161" cy="73660"/>
            </a:xfrm>
            <a:custGeom>
              <a:avLst/>
              <a:gdLst>
                <a:gd name="connsiteX0" fmla="*/ 0 w 22161"/>
                <a:gd name="connsiteY0" fmla="*/ 0 h 73660"/>
                <a:gd name="connsiteX1" fmla="*/ 22162 w 22161"/>
                <a:gd name="connsiteY1" fmla="*/ 0 h 73660"/>
                <a:gd name="connsiteX2" fmla="*/ 22162 w 22161"/>
                <a:gd name="connsiteY2" fmla="*/ 73660 h 73660"/>
                <a:gd name="connsiteX3" fmla="*/ 0 w 22161"/>
                <a:gd name="connsiteY3" fmla="*/ 73660 h 7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61" h="73660">
                  <a:moveTo>
                    <a:pt x="0" y="0"/>
                  </a:moveTo>
                  <a:lnTo>
                    <a:pt x="22162" y="0"/>
                  </a:lnTo>
                  <a:lnTo>
                    <a:pt x="22162" y="73660"/>
                  </a:lnTo>
                  <a:lnTo>
                    <a:pt x="0" y="73660"/>
                  </a:lnTo>
                  <a:close/>
                </a:path>
              </a:pathLst>
            </a:custGeom>
            <a:grpFill/>
            <a:ln w="6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7EDDD233-610A-219A-AFAB-FAFF0D6AE777}"/>
                </a:ext>
              </a:extLst>
            </p:cNvPr>
            <p:cNvSpPr/>
            <p:nvPr/>
          </p:nvSpPr>
          <p:spPr>
            <a:xfrm>
              <a:off x="1479061" y="4820603"/>
              <a:ext cx="60153" cy="74929"/>
            </a:xfrm>
            <a:custGeom>
              <a:avLst/>
              <a:gdLst>
                <a:gd name="connsiteX0" fmla="*/ 41791 w 60153"/>
                <a:gd name="connsiteY0" fmla="*/ 0 h 74929"/>
                <a:gd name="connsiteX1" fmla="*/ 22162 w 60153"/>
                <a:gd name="connsiteY1" fmla="*/ 8890 h 74929"/>
                <a:gd name="connsiteX2" fmla="*/ 22162 w 60153"/>
                <a:gd name="connsiteY2" fmla="*/ 1270 h 74929"/>
                <a:gd name="connsiteX3" fmla="*/ 0 w 60153"/>
                <a:gd name="connsiteY3" fmla="*/ 1270 h 74929"/>
                <a:gd name="connsiteX4" fmla="*/ 0 w 60153"/>
                <a:gd name="connsiteY4" fmla="*/ 74930 h 74929"/>
                <a:gd name="connsiteX5" fmla="*/ 22162 w 60153"/>
                <a:gd name="connsiteY5" fmla="*/ 74930 h 74929"/>
                <a:gd name="connsiteX6" fmla="*/ 22162 w 60153"/>
                <a:gd name="connsiteY6" fmla="*/ 24765 h 74929"/>
                <a:gd name="connsiteX7" fmla="*/ 32926 w 60153"/>
                <a:gd name="connsiteY7" fmla="*/ 19050 h 74929"/>
                <a:gd name="connsiteX8" fmla="*/ 37991 w 60153"/>
                <a:gd name="connsiteY8" fmla="*/ 26035 h 74929"/>
                <a:gd name="connsiteX9" fmla="*/ 37991 w 60153"/>
                <a:gd name="connsiteY9" fmla="*/ 74930 h 74929"/>
                <a:gd name="connsiteX10" fmla="*/ 60153 w 60153"/>
                <a:gd name="connsiteY10" fmla="*/ 74930 h 74929"/>
                <a:gd name="connsiteX11" fmla="*/ 60153 w 60153"/>
                <a:gd name="connsiteY11" fmla="*/ 19685 h 74929"/>
                <a:gd name="connsiteX12" fmla="*/ 41791 w 60153"/>
                <a:gd name="connsiteY12" fmla="*/ 0 h 74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153" h="74929">
                  <a:moveTo>
                    <a:pt x="41791" y="0"/>
                  </a:moveTo>
                  <a:cubicBezTo>
                    <a:pt x="33559" y="0"/>
                    <a:pt x="26594" y="4445"/>
                    <a:pt x="22162" y="8890"/>
                  </a:cubicBezTo>
                  <a:lnTo>
                    <a:pt x="22162" y="1270"/>
                  </a:lnTo>
                  <a:lnTo>
                    <a:pt x="0" y="1270"/>
                  </a:lnTo>
                  <a:lnTo>
                    <a:pt x="0" y="74930"/>
                  </a:lnTo>
                  <a:lnTo>
                    <a:pt x="22162" y="74930"/>
                  </a:lnTo>
                  <a:lnTo>
                    <a:pt x="22162" y="24765"/>
                  </a:lnTo>
                  <a:cubicBezTo>
                    <a:pt x="26594" y="20955"/>
                    <a:pt x="29760" y="19050"/>
                    <a:pt x="32926" y="19050"/>
                  </a:cubicBezTo>
                  <a:cubicBezTo>
                    <a:pt x="35459" y="19050"/>
                    <a:pt x="37991" y="19685"/>
                    <a:pt x="37991" y="26035"/>
                  </a:cubicBezTo>
                  <a:lnTo>
                    <a:pt x="37991" y="74930"/>
                  </a:lnTo>
                  <a:lnTo>
                    <a:pt x="60153" y="74930"/>
                  </a:lnTo>
                  <a:lnTo>
                    <a:pt x="60153" y="19685"/>
                  </a:lnTo>
                  <a:cubicBezTo>
                    <a:pt x="60153" y="6985"/>
                    <a:pt x="53821" y="0"/>
                    <a:pt x="41791" y="0"/>
                  </a:cubicBezTo>
                  <a:close/>
                </a:path>
              </a:pathLst>
            </a:custGeom>
            <a:grpFill/>
            <a:ln w="6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2E7BE5A-107B-57BA-840E-5DDD05D1DB60}"/>
                </a:ext>
              </a:extLst>
            </p:cNvPr>
            <p:cNvSpPr/>
            <p:nvPr/>
          </p:nvSpPr>
          <p:spPr>
            <a:xfrm>
              <a:off x="1548712" y="4819967"/>
              <a:ext cx="61419" cy="76200"/>
            </a:xfrm>
            <a:custGeom>
              <a:avLst/>
              <a:gdLst>
                <a:gd name="connsiteX0" fmla="*/ 48123 w 61419"/>
                <a:gd name="connsiteY0" fmla="*/ 49530 h 76200"/>
                <a:gd name="connsiteX1" fmla="*/ 47489 w 61419"/>
                <a:gd name="connsiteY1" fmla="*/ 50800 h 76200"/>
                <a:gd name="connsiteX2" fmla="*/ 33559 w 61419"/>
                <a:gd name="connsiteY2" fmla="*/ 59055 h 76200"/>
                <a:gd name="connsiteX3" fmla="*/ 22162 w 61419"/>
                <a:gd name="connsiteY3" fmla="*/ 44450 h 76200"/>
                <a:gd name="connsiteX4" fmla="*/ 61420 w 61419"/>
                <a:gd name="connsiteY4" fmla="*/ 44450 h 76200"/>
                <a:gd name="connsiteX5" fmla="*/ 61420 w 61419"/>
                <a:gd name="connsiteY5" fmla="*/ 39370 h 76200"/>
                <a:gd name="connsiteX6" fmla="*/ 31660 w 61419"/>
                <a:gd name="connsiteY6" fmla="*/ 0 h 76200"/>
                <a:gd name="connsiteX7" fmla="*/ 0 w 61419"/>
                <a:gd name="connsiteY7" fmla="*/ 38100 h 76200"/>
                <a:gd name="connsiteX8" fmla="*/ 32293 w 61419"/>
                <a:gd name="connsiteY8" fmla="*/ 76200 h 76200"/>
                <a:gd name="connsiteX9" fmla="*/ 60786 w 61419"/>
                <a:gd name="connsiteY9" fmla="*/ 60960 h 76200"/>
                <a:gd name="connsiteX10" fmla="*/ 61420 w 61419"/>
                <a:gd name="connsiteY10" fmla="*/ 59690 h 76200"/>
                <a:gd name="connsiteX11" fmla="*/ 48123 w 61419"/>
                <a:gd name="connsiteY11" fmla="*/ 49530 h 76200"/>
                <a:gd name="connsiteX12" fmla="*/ 22162 w 61419"/>
                <a:gd name="connsiteY12" fmla="*/ 31115 h 76200"/>
                <a:gd name="connsiteX13" fmla="*/ 31660 w 61419"/>
                <a:gd name="connsiteY13" fmla="*/ 18415 h 76200"/>
                <a:gd name="connsiteX14" fmla="*/ 40524 w 61419"/>
                <a:gd name="connsiteY14" fmla="*/ 31115 h 76200"/>
                <a:gd name="connsiteX15" fmla="*/ 22162 w 61419"/>
                <a:gd name="connsiteY15" fmla="*/ 3111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1419" h="76200">
                  <a:moveTo>
                    <a:pt x="48123" y="49530"/>
                  </a:moveTo>
                  <a:lnTo>
                    <a:pt x="47489" y="50800"/>
                  </a:lnTo>
                  <a:cubicBezTo>
                    <a:pt x="44957" y="54610"/>
                    <a:pt x="39891" y="59055"/>
                    <a:pt x="33559" y="59055"/>
                  </a:cubicBezTo>
                  <a:cubicBezTo>
                    <a:pt x="26594" y="59055"/>
                    <a:pt x="23428" y="53975"/>
                    <a:pt x="22162" y="44450"/>
                  </a:cubicBezTo>
                  <a:lnTo>
                    <a:pt x="61420" y="44450"/>
                  </a:lnTo>
                  <a:lnTo>
                    <a:pt x="61420" y="39370"/>
                  </a:lnTo>
                  <a:cubicBezTo>
                    <a:pt x="61420" y="14605"/>
                    <a:pt x="50655" y="0"/>
                    <a:pt x="31660" y="0"/>
                  </a:cubicBezTo>
                  <a:cubicBezTo>
                    <a:pt x="17096" y="0"/>
                    <a:pt x="0" y="10160"/>
                    <a:pt x="0" y="38100"/>
                  </a:cubicBezTo>
                  <a:cubicBezTo>
                    <a:pt x="0" y="62230"/>
                    <a:pt x="12031" y="76200"/>
                    <a:pt x="32293" y="76200"/>
                  </a:cubicBezTo>
                  <a:cubicBezTo>
                    <a:pt x="44323" y="76200"/>
                    <a:pt x="53821" y="71120"/>
                    <a:pt x="60786" y="60960"/>
                  </a:cubicBezTo>
                  <a:lnTo>
                    <a:pt x="61420" y="59690"/>
                  </a:lnTo>
                  <a:lnTo>
                    <a:pt x="48123" y="49530"/>
                  </a:lnTo>
                  <a:close/>
                  <a:moveTo>
                    <a:pt x="22162" y="31115"/>
                  </a:moveTo>
                  <a:cubicBezTo>
                    <a:pt x="22795" y="24765"/>
                    <a:pt x="25328" y="18415"/>
                    <a:pt x="31660" y="18415"/>
                  </a:cubicBezTo>
                  <a:cubicBezTo>
                    <a:pt x="34826" y="18415"/>
                    <a:pt x="39891" y="19685"/>
                    <a:pt x="40524" y="31115"/>
                  </a:cubicBezTo>
                  <a:lnTo>
                    <a:pt x="22162" y="31115"/>
                  </a:lnTo>
                  <a:close/>
                </a:path>
              </a:pathLst>
            </a:custGeom>
            <a:grpFill/>
            <a:ln w="6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19AFDF9-61AB-170E-31F4-CE464560FE8D}"/>
                </a:ext>
              </a:extLst>
            </p:cNvPr>
            <p:cNvSpPr/>
            <p:nvPr/>
          </p:nvSpPr>
          <p:spPr>
            <a:xfrm>
              <a:off x="908556" y="4794568"/>
              <a:ext cx="22161" cy="100964"/>
            </a:xfrm>
            <a:custGeom>
              <a:avLst/>
              <a:gdLst>
                <a:gd name="connsiteX0" fmla="*/ 0 w 22161"/>
                <a:gd name="connsiteY0" fmla="*/ 0 h 100964"/>
                <a:gd name="connsiteX1" fmla="*/ 22162 w 22161"/>
                <a:gd name="connsiteY1" fmla="*/ 0 h 100964"/>
                <a:gd name="connsiteX2" fmla="*/ 22162 w 22161"/>
                <a:gd name="connsiteY2" fmla="*/ 100965 h 100964"/>
                <a:gd name="connsiteX3" fmla="*/ 0 w 22161"/>
                <a:gd name="connsiteY3" fmla="*/ 100965 h 100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61" h="100964">
                  <a:moveTo>
                    <a:pt x="0" y="0"/>
                  </a:moveTo>
                  <a:lnTo>
                    <a:pt x="22162" y="0"/>
                  </a:lnTo>
                  <a:lnTo>
                    <a:pt x="22162" y="100965"/>
                  </a:lnTo>
                  <a:lnTo>
                    <a:pt x="0" y="100965"/>
                  </a:lnTo>
                  <a:close/>
                </a:path>
              </a:pathLst>
            </a:custGeom>
            <a:grpFill/>
            <a:ln w="6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F71C6C1-F833-59FB-DB39-64C85AAEDC53}"/>
                </a:ext>
              </a:extLst>
            </p:cNvPr>
            <p:cNvSpPr/>
            <p:nvPr/>
          </p:nvSpPr>
          <p:spPr>
            <a:xfrm>
              <a:off x="612856" y="4661217"/>
              <a:ext cx="77249" cy="106679"/>
            </a:xfrm>
            <a:custGeom>
              <a:avLst/>
              <a:gdLst>
                <a:gd name="connsiteX0" fmla="*/ 41791 w 77249"/>
                <a:gd name="connsiteY0" fmla="*/ 71120 h 106679"/>
                <a:gd name="connsiteX1" fmla="*/ 56354 w 77249"/>
                <a:gd name="connsiteY1" fmla="*/ 71120 h 106679"/>
                <a:gd name="connsiteX2" fmla="*/ 40524 w 77249"/>
                <a:gd name="connsiteY2" fmla="*/ 88900 h 106679"/>
                <a:gd name="connsiteX3" fmla="*/ 22162 w 77249"/>
                <a:gd name="connsiteY3" fmla="*/ 53340 h 106679"/>
                <a:gd name="connsiteX4" fmla="*/ 39258 w 77249"/>
                <a:gd name="connsiteY4" fmla="*/ 19685 h 106679"/>
                <a:gd name="connsiteX5" fmla="*/ 54454 w 77249"/>
                <a:gd name="connsiteY5" fmla="*/ 38100 h 106679"/>
                <a:gd name="connsiteX6" fmla="*/ 75350 w 77249"/>
                <a:gd name="connsiteY6" fmla="*/ 35560 h 106679"/>
                <a:gd name="connsiteX7" fmla="*/ 40524 w 77249"/>
                <a:gd name="connsiteY7" fmla="*/ 0 h 106679"/>
                <a:gd name="connsiteX8" fmla="*/ 0 w 77249"/>
                <a:gd name="connsiteY8" fmla="*/ 53340 h 106679"/>
                <a:gd name="connsiteX9" fmla="*/ 37991 w 77249"/>
                <a:gd name="connsiteY9" fmla="*/ 106680 h 106679"/>
                <a:gd name="connsiteX10" fmla="*/ 60153 w 77249"/>
                <a:gd name="connsiteY10" fmla="*/ 94615 h 106679"/>
                <a:gd name="connsiteX11" fmla="*/ 60153 w 77249"/>
                <a:gd name="connsiteY11" fmla="*/ 104775 h 106679"/>
                <a:gd name="connsiteX12" fmla="*/ 77249 w 77249"/>
                <a:gd name="connsiteY12" fmla="*/ 104775 h 106679"/>
                <a:gd name="connsiteX13" fmla="*/ 77249 w 77249"/>
                <a:gd name="connsiteY13" fmla="*/ 53975 h 106679"/>
                <a:gd name="connsiteX14" fmla="*/ 42424 w 77249"/>
                <a:gd name="connsiteY14" fmla="*/ 53975 h 106679"/>
                <a:gd name="connsiteX15" fmla="*/ 42424 w 77249"/>
                <a:gd name="connsiteY15" fmla="*/ 71120 h 106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249" h="106679">
                  <a:moveTo>
                    <a:pt x="41791" y="71120"/>
                  </a:moveTo>
                  <a:lnTo>
                    <a:pt x="56354" y="71120"/>
                  </a:lnTo>
                  <a:cubicBezTo>
                    <a:pt x="55088" y="82550"/>
                    <a:pt x="49389" y="88900"/>
                    <a:pt x="40524" y="88900"/>
                  </a:cubicBezTo>
                  <a:cubicBezTo>
                    <a:pt x="32926" y="88900"/>
                    <a:pt x="22162" y="85090"/>
                    <a:pt x="22162" y="53340"/>
                  </a:cubicBezTo>
                  <a:cubicBezTo>
                    <a:pt x="22162" y="31115"/>
                    <a:pt x="27860" y="19685"/>
                    <a:pt x="39258" y="19685"/>
                  </a:cubicBezTo>
                  <a:cubicBezTo>
                    <a:pt x="47489" y="19685"/>
                    <a:pt x="51289" y="24765"/>
                    <a:pt x="54454" y="38100"/>
                  </a:cubicBezTo>
                  <a:lnTo>
                    <a:pt x="75350" y="35560"/>
                  </a:lnTo>
                  <a:cubicBezTo>
                    <a:pt x="70917" y="10795"/>
                    <a:pt x="60153" y="0"/>
                    <a:pt x="40524" y="0"/>
                  </a:cubicBezTo>
                  <a:cubicBezTo>
                    <a:pt x="15197" y="0"/>
                    <a:pt x="0" y="19685"/>
                    <a:pt x="0" y="53340"/>
                  </a:cubicBezTo>
                  <a:cubicBezTo>
                    <a:pt x="0" y="87630"/>
                    <a:pt x="13930" y="106680"/>
                    <a:pt x="37991" y="106680"/>
                  </a:cubicBezTo>
                  <a:cubicBezTo>
                    <a:pt x="48756" y="106680"/>
                    <a:pt x="56354" y="100965"/>
                    <a:pt x="60153" y="94615"/>
                  </a:cubicBezTo>
                  <a:lnTo>
                    <a:pt x="60153" y="104775"/>
                  </a:lnTo>
                  <a:lnTo>
                    <a:pt x="77249" y="104775"/>
                  </a:lnTo>
                  <a:lnTo>
                    <a:pt x="77249" y="53975"/>
                  </a:lnTo>
                  <a:lnTo>
                    <a:pt x="42424" y="53975"/>
                  </a:lnTo>
                  <a:lnTo>
                    <a:pt x="42424" y="71120"/>
                  </a:lnTo>
                  <a:close/>
                </a:path>
              </a:pathLst>
            </a:custGeom>
            <a:grpFill/>
            <a:ln w="6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2805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3" r:id="rId2"/>
    <p:sldLayoutId id="2147483662" r:id="rId3"/>
    <p:sldLayoutId id="2147483679" r:id="rId4"/>
    <p:sldLayoutId id="2147483681" r:id="rId5"/>
    <p:sldLayoutId id="2147483670" r:id="rId6"/>
    <p:sldLayoutId id="2147483671" r:id="rId7"/>
    <p:sldLayoutId id="2147483684" r:id="rId8"/>
    <p:sldLayoutId id="2147483672" r:id="rId9"/>
    <p:sldLayoutId id="2147483673" r:id="rId10"/>
    <p:sldLayoutId id="2147483674" r:id="rId11"/>
    <p:sldLayoutId id="2147483685" r:id="rId12"/>
    <p:sldLayoutId id="2147483675" r:id="rId13"/>
    <p:sldLayoutId id="2147483663" r:id="rId14"/>
    <p:sldLayoutId id="2147483668" r:id="rId15"/>
    <p:sldLayoutId id="2147483676" r:id="rId16"/>
    <p:sldLayoutId id="2147483666" r:id="rId17"/>
    <p:sldLayoutId id="2147483680" r:id="rId18"/>
    <p:sldLayoutId id="2147483667" r:id="rId19"/>
    <p:sldLayoutId id="2147483678" r:id="rId20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None/>
        <a:defRPr sz="1500" b="1" kern="1200">
          <a:solidFill>
            <a:schemeClr val="accent1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227013" indent="-227013" algn="l" defTabSz="6858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460375" indent="-233363" algn="l" defTabSz="6858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625475" indent="-165100" algn="l" defTabSz="6858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52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13" userDrawn="1">
          <p15:clr>
            <a:srgbClr val="F26B43"/>
          </p15:clr>
        </p15:guide>
        <p15:guide id="4" orient="horz" pos="641" userDrawn="1">
          <p15:clr>
            <a:srgbClr val="F26B43"/>
          </p15:clr>
        </p15:guide>
        <p15:guide id="5" pos="219" userDrawn="1">
          <p15:clr>
            <a:srgbClr val="F26B43"/>
          </p15:clr>
        </p15:guide>
        <p15:guide id="6" pos="204" userDrawn="1">
          <p15:clr>
            <a:srgbClr val="F26B43"/>
          </p15:clr>
        </p15:guide>
        <p15:guide id="7" pos="4896" userDrawn="1">
          <p15:clr>
            <a:srgbClr val="F26B43"/>
          </p15:clr>
        </p15:guide>
        <p15:guide id="8" orient="horz" pos="386" userDrawn="1">
          <p15:clr>
            <a:srgbClr val="F26B43"/>
          </p15:clr>
        </p15:guide>
        <p15:guide id="9" orient="horz" pos="9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8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7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6.png"/><Relationship Id="rId5" Type="http://schemas.openxmlformats.org/officeDocument/2006/relationships/tags" Target="../tags/tag6.xml"/><Relationship Id="rId10" Type="http://schemas.openxmlformats.org/officeDocument/2006/relationships/image" Target="../media/image5.svg"/><Relationship Id="rId4" Type="http://schemas.openxmlformats.org/officeDocument/2006/relationships/tags" Target="../tags/tag5.xml"/><Relationship Id="rId9" Type="http://schemas.openxmlformats.org/officeDocument/2006/relationships/image" Target="../media/image4.png"/><Relationship Id="rId1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8.png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image" Target="../media/image11.sv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image" Target="../media/image10.png"/><Relationship Id="rId5" Type="http://schemas.openxmlformats.org/officeDocument/2006/relationships/tags" Target="../tags/tag13.xml"/><Relationship Id="rId10" Type="http://schemas.openxmlformats.org/officeDocument/2006/relationships/image" Target="../media/image5.svg"/><Relationship Id="rId4" Type="http://schemas.openxmlformats.org/officeDocument/2006/relationships/tags" Target="../tags/tag12.xml"/><Relationship Id="rId9" Type="http://schemas.openxmlformats.org/officeDocument/2006/relationships/image" Target="../media/image4.png"/><Relationship Id="rId1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6.png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image" Target="../media/image9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8.png"/><Relationship Id="rId5" Type="http://schemas.openxmlformats.org/officeDocument/2006/relationships/tags" Target="../tags/tag20.xml"/><Relationship Id="rId10" Type="http://schemas.openxmlformats.org/officeDocument/2006/relationships/image" Target="../media/image5.svg"/><Relationship Id="rId4" Type="http://schemas.openxmlformats.org/officeDocument/2006/relationships/tags" Target="../tags/tag19.xml"/><Relationship Id="rId9" Type="http://schemas.openxmlformats.org/officeDocument/2006/relationships/image" Target="../media/image4.png"/><Relationship Id="rId1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researchallofus.org/?_gl=1*14w6j4*_ga*NDg3NTU2NjI4LjE3MDkwNjYwNzE.*_ga_QJ5S1MNSC9*MTcyNjE2OTMwMi4xLjEuMTcyNjE3MDQxNy41OS4wLjA.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8.png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11.sv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10.png"/><Relationship Id="rId5" Type="http://schemas.openxmlformats.org/officeDocument/2006/relationships/tags" Target="../tags/tag27.xml"/><Relationship Id="rId10" Type="http://schemas.openxmlformats.org/officeDocument/2006/relationships/image" Target="../media/image5.svg"/><Relationship Id="rId4" Type="http://schemas.openxmlformats.org/officeDocument/2006/relationships/tags" Target="../tags/tag26.xml"/><Relationship Id="rId9" Type="http://schemas.openxmlformats.org/officeDocument/2006/relationships/image" Target="../media/image4.png"/><Relationship Id="rId1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8.png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image" Target="../media/image11.sv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image" Target="../media/image10.png"/><Relationship Id="rId5" Type="http://schemas.openxmlformats.org/officeDocument/2006/relationships/tags" Target="../tags/tag34.xml"/><Relationship Id="rId10" Type="http://schemas.openxmlformats.org/officeDocument/2006/relationships/image" Target="../media/image5.svg"/><Relationship Id="rId4" Type="http://schemas.openxmlformats.org/officeDocument/2006/relationships/tags" Target="../tags/tag33.xml"/><Relationship Id="rId9" Type="http://schemas.openxmlformats.org/officeDocument/2006/relationships/image" Target="../media/image4.png"/><Relationship Id="rId1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support.researchallofus.org/hc/en-us/articles/360039539411-Getting-Started-and-What-to-Know-About-Costs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browser.researchallofus.org/" TargetMode="Externa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8.png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image" Target="../media/image7.sv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image" Target="../media/image6.png"/><Relationship Id="rId5" Type="http://schemas.openxmlformats.org/officeDocument/2006/relationships/tags" Target="../tags/tag41.xml"/><Relationship Id="rId10" Type="http://schemas.openxmlformats.org/officeDocument/2006/relationships/image" Target="../media/image5.svg"/><Relationship Id="rId4" Type="http://schemas.openxmlformats.org/officeDocument/2006/relationships/tags" Target="../tags/tag40.xml"/><Relationship Id="rId9" Type="http://schemas.openxmlformats.org/officeDocument/2006/relationships/image" Target="../media/image4.png"/><Relationship Id="rId14" Type="http://schemas.openxmlformats.org/officeDocument/2006/relationships/image" Target="../media/image9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8.png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12" Type="http://schemas.openxmlformats.org/officeDocument/2006/relationships/image" Target="../media/image7.sv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image" Target="../media/image6.png"/><Relationship Id="rId5" Type="http://schemas.openxmlformats.org/officeDocument/2006/relationships/tags" Target="../tags/tag48.xml"/><Relationship Id="rId10" Type="http://schemas.openxmlformats.org/officeDocument/2006/relationships/image" Target="../media/image5.svg"/><Relationship Id="rId4" Type="http://schemas.openxmlformats.org/officeDocument/2006/relationships/tags" Target="../tags/tag47.xml"/><Relationship Id="rId9" Type="http://schemas.openxmlformats.org/officeDocument/2006/relationships/image" Target="../media/image4.png"/><Relationship Id="rId14" Type="http://schemas.openxmlformats.org/officeDocument/2006/relationships/image" Target="../media/image9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8.png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image" Target="../media/image7.sv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image" Target="../media/image6.png"/><Relationship Id="rId5" Type="http://schemas.openxmlformats.org/officeDocument/2006/relationships/tags" Target="../tags/tag55.xml"/><Relationship Id="rId10" Type="http://schemas.openxmlformats.org/officeDocument/2006/relationships/image" Target="../media/image5.svg"/><Relationship Id="rId4" Type="http://schemas.openxmlformats.org/officeDocument/2006/relationships/tags" Target="../tags/tag54.xml"/><Relationship Id="rId9" Type="http://schemas.openxmlformats.org/officeDocument/2006/relationships/image" Target="../media/image4.png"/><Relationship Id="rId14" Type="http://schemas.openxmlformats.org/officeDocument/2006/relationships/image" Target="../media/image9.sv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allofus.org/" TargetMode="External"/><Relationship Id="rId2" Type="http://schemas.openxmlformats.org/officeDocument/2006/relationships/hyperlink" Target="https://databrowser.researchallofus.org/" TargetMode="Externa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36F16-8D98-C4C4-AE76-BDFA0DCA7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896" y="1085262"/>
            <a:ext cx="7925098" cy="1846681"/>
          </a:xfrm>
        </p:spPr>
        <p:txBody>
          <a:bodyPr/>
          <a:lstStyle/>
          <a:p>
            <a:r>
              <a:rPr lang="en-US"/>
              <a:t>All of 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CBB76-B4C8-B29A-2DE7-C81024AB50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Fred </a:t>
            </a:r>
            <a:r>
              <a:rPr lang="en-US" dirty="0" err="1"/>
              <a:t>LaPolla</a:t>
            </a:r>
            <a:r>
              <a:rPr lang="en-US" dirty="0"/>
              <a:t>, MLS</a:t>
            </a:r>
          </a:p>
          <a:p>
            <a:r>
              <a:rPr lang="en-US" dirty="0"/>
              <a:t>12/18/2025</a:t>
            </a:r>
            <a:endParaRPr lang="en-US" dirty="0">
              <a:cs typeface="Arial"/>
            </a:endParaRPr>
          </a:p>
        </p:txBody>
      </p:sp>
      <p:pic>
        <p:nvPicPr>
          <p:cNvPr id="5" name="Picture Placeholder 12" descr="A body of water with building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B2BE82D5-B78B-C0E6-E558-3787D3C529B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3" b="23"/>
          <a:stretch/>
        </p:blipFill>
        <p:spPr/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4DD7BA-1CFA-B2CE-D5CD-018B9195E5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</p:spTree>
    <p:extLst>
      <p:ext uri="{BB962C8B-B14F-4D97-AF65-F5344CB8AC3E}">
        <p14:creationId xmlns:p14="http://schemas.microsoft.com/office/powerpoint/2010/main" val="1030674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D9449-9314-3045-4C03-CDF2BEE53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107" y="306907"/>
            <a:ext cx="5395885" cy="2267712"/>
          </a:xfrm>
        </p:spPr>
        <p:txBody>
          <a:bodyPr/>
          <a:lstStyle/>
          <a:p>
            <a:r>
              <a:rPr lang="en-US"/>
              <a:t>Outcomes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8AC54-77A2-D74A-9F57-4DBCE74814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D24A6-0FE1-5002-24D6-029E03FF9B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6A105C-68BA-8547-1AB6-A5D7D4FB6921}"/>
              </a:ext>
            </a:extLst>
          </p:cNvPr>
          <p:cNvSpPr txBox="1"/>
          <p:nvPr/>
        </p:nvSpPr>
        <p:spPr>
          <a:xfrm>
            <a:off x="1790700" y="1775460"/>
            <a:ext cx="68808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000000"/>
                </a:solidFill>
              </a:rPr>
              <a:t>Participants will be able to….</a:t>
            </a:r>
          </a:p>
          <a:p>
            <a:pPr algn="l"/>
            <a:endParaRPr lang="en-US" sz="2400">
              <a:solidFill>
                <a:srgbClr val="000000"/>
              </a:solidFill>
            </a:endParaRPr>
          </a:p>
          <a:p>
            <a:pPr algn="l"/>
            <a:r>
              <a:rPr lang="en-US" sz="2400">
                <a:solidFill>
                  <a:srgbClr val="000000"/>
                </a:solidFill>
              </a:rPr>
              <a:t>…describe the All of Us Research Program</a:t>
            </a:r>
          </a:p>
          <a:p>
            <a:pPr algn="l"/>
            <a:r>
              <a:rPr lang="en-US" sz="2400">
                <a:solidFill>
                  <a:srgbClr val="000000"/>
                </a:solidFill>
              </a:rPr>
              <a:t>…identify steps needed to apply for access</a:t>
            </a:r>
          </a:p>
          <a:p>
            <a:pPr algn="l"/>
            <a:r>
              <a:rPr lang="en-US" sz="2400">
                <a:solidFill>
                  <a:srgbClr val="000000"/>
                </a:solidFill>
              </a:rPr>
              <a:t>…explore the public data browser</a:t>
            </a:r>
          </a:p>
        </p:txBody>
      </p:sp>
    </p:spTree>
    <p:extLst>
      <p:ext uri="{BB962C8B-B14F-4D97-AF65-F5344CB8AC3E}">
        <p14:creationId xmlns:p14="http://schemas.microsoft.com/office/powerpoint/2010/main" val="3635408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5AA9B-E408-858B-034C-81165B4E09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CE4AB1-2C00-F65D-B7E2-4F14865A6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759FE2-7296-461F-C9D3-8CD38FBFC739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26080" y="462915"/>
            <a:ext cx="777240" cy="3886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E84BD44-12D9-5752-8ABA-32756DF8BC59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8680" y="1703070"/>
            <a:ext cx="1737360" cy="17373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79C955E-0159-A242-3ADB-96C5593641C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926080" y="1928813"/>
            <a:ext cx="5486400" cy="12858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>
                <a:solidFill>
                  <a:srgbClr val="5B5B5B"/>
                </a:solidFill>
              </a:rPr>
              <a:t>Have you heard of All of Us before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535061-5C5E-20B7-23D8-F57AAFB3BCF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62500" y="322898"/>
            <a:ext cx="4000500" cy="668654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 fontScale="62500" lnSpcReduction="20000"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5480E968-25E9-9943-30DC-241C9CB3C1A0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76661" y="433226"/>
            <a:ext cx="447999" cy="44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221AE25-C24C-CB9C-274F-ACFD9DCEA31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926080" y="4318000"/>
            <a:ext cx="5486400" cy="388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1733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AFD02A-5F9A-6CEE-7BE4-FE35E512B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24054A-9A59-8356-C0CE-A68A5E9F7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AC2EFCB-ACC3-3CF3-A1C5-142046973CF5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26080" y="462915"/>
            <a:ext cx="777240" cy="3886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F36D41A-1A29-E8FC-9AA8-3B5FE0446A32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8680" y="1703070"/>
            <a:ext cx="1737360" cy="17373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6A41D84-7599-3EFE-9178-F720EF7DDD4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926080" y="1928813"/>
            <a:ext cx="5486400" cy="12858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>
                <a:solidFill>
                  <a:srgbClr val="5B5B5B"/>
                </a:solidFill>
              </a:rPr>
              <a:t>What domains interest you for research?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EBFE69B-7F35-C450-E9FD-27CBA09D65B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62500" y="322898"/>
            <a:ext cx="4000500" cy="668654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 fontScale="62500" lnSpcReduction="20000"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B67D14A-2435-FA66-F726-1BFA3E85181C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76661" y="433226"/>
            <a:ext cx="447999" cy="44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5E1241B-9A13-5B07-1014-CC0E24F09B2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926080" y="4318000"/>
            <a:ext cx="5486400" cy="388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9971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CF2022-0AFC-AB06-08AD-68B583D37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B1488F-71BF-7782-4556-C4656C50FA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B03E213-31C4-F110-9F05-880BBC173E5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26080" y="462915"/>
            <a:ext cx="777240" cy="38862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7F1CA68-F283-4F4B-E4BB-B5C0FC8CAB9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926080" y="1928813"/>
            <a:ext cx="5486400" cy="12858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>
                <a:solidFill>
                  <a:srgbClr val="5B5B5B"/>
                </a:solidFill>
              </a:rPr>
              <a:t>What is your comfort level with statistical coding (Python, R, Sas)?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FFCAFCB-DA46-062E-4CFD-6EBFAEB10F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762500" y="322898"/>
            <a:ext cx="4000500" cy="668654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 fontScale="62500" lnSpcReduction="20000"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9D65CF4-44BB-D4C8-9A74-CFEBE5B3DC9A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76661" y="433226"/>
            <a:ext cx="447999" cy="44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65843EB-EAAB-1FB4-7943-959192D417C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926080" y="4318000"/>
            <a:ext cx="5486400" cy="388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67411E0-F068-7B9A-80A8-D71C9EA4FB87}"/>
              </a:ext>
            </a:extLst>
          </p:cNvPr>
          <p:cNvPicPr>
            <a:picLocks/>
          </p:cNvPicPr>
          <p:nvPr>
            <p:custDataLst>
              <p:tags r:id="rId7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8680" y="1703070"/>
            <a:ext cx="1737360" cy="17373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39469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52B7D6-D0F6-B395-CB9C-6CB7E009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All of Us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FFEE2C8-8710-21E0-7662-C9DE071F9B7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r>
              <a:rPr lang="en-US">
                <a:solidFill>
                  <a:srgbClr val="000000"/>
                </a:solidFill>
              </a:rPr>
              <a:t>Began by the NIH based on a report from the Precision Medicine Initiative Working Group of the Advisory Committee to the Director in March 2015</a:t>
            </a:r>
          </a:p>
          <a:p>
            <a:pPr lvl="1"/>
            <a:endParaRPr lang="en-US">
              <a:solidFill>
                <a:srgbClr val="000000"/>
              </a:solidFill>
            </a:endParaRPr>
          </a:p>
          <a:p>
            <a:pPr lvl="1"/>
            <a:r>
              <a:rPr lang="en-US">
                <a:solidFill>
                  <a:srgbClr val="000000"/>
                </a:solidFill>
              </a:rPr>
              <a:t>Aims to enroll 1 million participants reflecting the diversity of the US</a:t>
            </a:r>
          </a:p>
          <a:p>
            <a:pPr lvl="1"/>
            <a:endParaRPr lang="en-US">
              <a:solidFill>
                <a:srgbClr val="000000"/>
              </a:solidFill>
            </a:endParaRPr>
          </a:p>
          <a:p>
            <a:pPr lvl="1"/>
            <a:r>
              <a:rPr lang="en-US">
                <a:solidFill>
                  <a:srgbClr val="000000"/>
                </a:solidFill>
              </a:rPr>
              <a:t>Includes surveys, health data streams (EHR data), genomic data, environmental data, and physical measurements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F249A-0230-6341-5524-80CE56754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15257-F9BD-3961-61D3-6B4956DCB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69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52B7D6-D0F6-B395-CB9C-6CB7E009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All of Us Core Values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FFEE2C8-8710-21E0-7662-C9DE071F9B7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5750" lvl="1" indent="-285750">
              <a:buChar char="•"/>
            </a:pPr>
            <a:r>
              <a:rPr lang="en-US">
                <a:solidFill>
                  <a:srgbClr val="000000"/>
                </a:solidFill>
              </a:rPr>
              <a:t>Openness</a:t>
            </a:r>
            <a:endParaRPr lang="en-US"/>
          </a:p>
          <a:p>
            <a:pPr marL="285750" lvl="1" indent="-285750">
              <a:buChar char="•"/>
            </a:pPr>
            <a:r>
              <a:rPr lang="en-US">
                <a:solidFill>
                  <a:srgbClr val="000000"/>
                </a:solidFill>
              </a:rPr>
              <a:t>Diversity</a:t>
            </a:r>
            <a:endParaRPr lang="en-US">
              <a:solidFill>
                <a:srgbClr val="000000"/>
              </a:solidFill>
              <a:cs typeface="Arial"/>
            </a:endParaRPr>
          </a:p>
          <a:p>
            <a:pPr marL="285750" lvl="1" indent="-285750">
              <a:buChar char="•"/>
            </a:pPr>
            <a:r>
              <a:rPr lang="en-US">
                <a:solidFill>
                  <a:srgbClr val="000000"/>
                </a:solidFill>
              </a:rPr>
              <a:t>Partnership with Participants</a:t>
            </a:r>
            <a:endParaRPr lang="en-US">
              <a:solidFill>
                <a:srgbClr val="000000"/>
              </a:solidFill>
              <a:cs typeface="Arial"/>
            </a:endParaRPr>
          </a:p>
          <a:p>
            <a:pPr marL="285750" lvl="1" indent="-285750">
              <a:buChar char="•"/>
            </a:pPr>
            <a:r>
              <a:rPr lang="en-US">
                <a:solidFill>
                  <a:srgbClr val="000000"/>
                </a:solidFill>
              </a:rPr>
              <a:t>Transparence</a:t>
            </a:r>
            <a:endParaRPr lang="en-US">
              <a:solidFill>
                <a:srgbClr val="000000"/>
              </a:solidFill>
              <a:cs typeface="Arial"/>
            </a:endParaRPr>
          </a:p>
          <a:p>
            <a:pPr marL="285750" lvl="1" indent="-285750">
              <a:buChar char="•"/>
            </a:pPr>
            <a:r>
              <a:rPr lang="en-US">
                <a:solidFill>
                  <a:srgbClr val="000000"/>
                </a:solidFill>
              </a:rPr>
              <a:t>Patient Access to Information</a:t>
            </a:r>
            <a:endParaRPr lang="en-US">
              <a:solidFill>
                <a:srgbClr val="000000"/>
              </a:solidFill>
              <a:cs typeface="Arial"/>
            </a:endParaRPr>
          </a:p>
          <a:p>
            <a:pPr marL="285750" lvl="1" indent="-285750">
              <a:buChar char="•"/>
            </a:pPr>
            <a:r>
              <a:rPr lang="en-US">
                <a:solidFill>
                  <a:srgbClr val="000000"/>
                </a:solidFill>
              </a:rPr>
              <a:t>Access for Research</a:t>
            </a:r>
            <a:endParaRPr lang="en-US">
              <a:solidFill>
                <a:srgbClr val="000000"/>
              </a:solidFill>
              <a:cs typeface="Arial"/>
            </a:endParaRPr>
          </a:p>
          <a:p>
            <a:pPr marL="285750" lvl="1" indent="-285750">
              <a:buChar char="•"/>
            </a:pPr>
            <a:r>
              <a:rPr lang="en-US">
                <a:solidFill>
                  <a:srgbClr val="000000"/>
                </a:solidFill>
              </a:rPr>
              <a:t>Security and Privacy</a:t>
            </a:r>
            <a:endParaRPr lang="en-US">
              <a:solidFill>
                <a:srgbClr val="000000"/>
              </a:solidFill>
              <a:cs typeface="Arial"/>
            </a:endParaRPr>
          </a:p>
          <a:p>
            <a:pPr marL="285750" lvl="1" indent="-285750">
              <a:buChar char="•"/>
            </a:pPr>
            <a:r>
              <a:rPr lang="en-US">
                <a:solidFill>
                  <a:srgbClr val="000000"/>
                </a:solidFill>
              </a:rPr>
              <a:t>Positive Change</a:t>
            </a:r>
            <a:endParaRPr lang="en-US">
              <a:solidFill>
                <a:srgbClr val="000000"/>
              </a:solidFill>
              <a:cs typeface="Arial"/>
            </a:endParaRPr>
          </a:p>
          <a:p>
            <a:pPr lvl="1"/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F249A-0230-6341-5524-80CE56754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15257-F9BD-3961-61D3-6B4956DCB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74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5EEA9-DD8B-D668-CA5D-097B4D0F6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71DF71-DA1D-C085-7727-8D594414D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of Us Data Types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020BCEB-9041-BD2C-C9C5-F72401EAE6A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5750" lvl="1" indent="-285750">
              <a:buChar char="•"/>
            </a:pPr>
            <a:r>
              <a:rPr lang="en-US" dirty="0">
                <a:solidFill>
                  <a:srgbClr val="000000"/>
                </a:solidFill>
              </a:rPr>
              <a:t>EHR data – Long form data about study participants health record, including conditions observed, prescriptions and diagnoses</a:t>
            </a:r>
            <a:endParaRPr lang="en-US" dirty="0">
              <a:solidFill>
                <a:srgbClr val="53565A"/>
              </a:solidFill>
              <a:cs typeface="Arial"/>
            </a:endParaRPr>
          </a:p>
          <a:p>
            <a:pPr marL="285750" lvl="1" indent="-285750">
              <a:buChar char="•"/>
            </a:pPr>
            <a:r>
              <a:rPr lang="en-US" dirty="0">
                <a:solidFill>
                  <a:srgbClr val="000000"/>
                </a:solidFill>
                <a:cs typeface="Arial"/>
              </a:rPr>
              <a:t>Genomic data -  DNA information including short and long read whole genome sequencing data and </a:t>
            </a:r>
            <a:r>
              <a:rPr lang="en-US" dirty="0" err="1">
                <a:solidFill>
                  <a:srgbClr val="000000"/>
                </a:solidFill>
                <a:cs typeface="Arial"/>
              </a:rPr>
              <a:t>mircorarray</a:t>
            </a:r>
            <a:r>
              <a:rPr lang="en-US" dirty="0">
                <a:solidFill>
                  <a:srgbClr val="000000"/>
                </a:solidFill>
                <a:cs typeface="Arial"/>
              </a:rPr>
              <a:t> data (controlled tier only)</a:t>
            </a:r>
          </a:p>
          <a:p>
            <a:pPr marL="285750" lvl="1" indent="-285750">
              <a:buChar char="•"/>
            </a:pPr>
            <a:r>
              <a:rPr lang="en-US" dirty="0">
                <a:solidFill>
                  <a:srgbClr val="000000"/>
                </a:solidFill>
                <a:cs typeface="Arial"/>
              </a:rPr>
              <a:t>Survey data – Information ranging from health behaviors to experiences of healthcare discrimination</a:t>
            </a:r>
          </a:p>
          <a:p>
            <a:pPr marL="285750" lvl="1" indent="-285750">
              <a:buChar char="•"/>
            </a:pPr>
            <a:r>
              <a:rPr lang="en-US" dirty="0">
                <a:solidFill>
                  <a:srgbClr val="000000"/>
                </a:solidFill>
                <a:cs typeface="Arial"/>
              </a:rPr>
              <a:t>Physical Measurements – Data such as height, weight, and blood pressure</a:t>
            </a:r>
          </a:p>
          <a:p>
            <a:pPr marL="285750" lvl="1" indent="-285750">
              <a:buChar char="•"/>
            </a:pPr>
            <a:r>
              <a:rPr lang="en-US" dirty="0">
                <a:solidFill>
                  <a:srgbClr val="000000"/>
                </a:solidFill>
                <a:cs typeface="Arial"/>
              </a:rPr>
              <a:t>Wearables – Biometric data (controlled tier only)</a:t>
            </a:r>
          </a:p>
          <a:p>
            <a:pPr lvl="1"/>
            <a:endParaRPr lang="en-US">
              <a:solidFill>
                <a:srgbClr val="000000"/>
              </a:solidFill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A6584-6416-3A49-1C88-C65F109DF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E0E1C-23FE-21E4-6346-A6BC6C338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52B7D6-D0F6-B395-CB9C-6CB7E009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Accessing All of Us Program Data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FFEE2C8-8710-21E0-7662-C9DE071F9B7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r>
              <a:rPr lang="en-US">
                <a:hlinkClick r:id="rId2"/>
              </a:rPr>
              <a:t>All of Us Research Hub (researchallofus.org)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F249A-0230-6341-5524-80CE56754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15257-F9BD-3961-61D3-6B4956DCB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A9A2E2-1CAA-7A23-FFAD-F6B1A6BD4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917541"/>
            <a:ext cx="5425440" cy="282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1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9B6429-2A6E-E130-C3B3-5566E6EED1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4FEA22-2151-B8F5-1933-BF75F84D5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CE2A05B-F0E9-AE95-F90A-879B62FED3FE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26080" y="462915"/>
            <a:ext cx="777240" cy="3886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2E8F571-046E-9E86-66AF-FEC4EB7A792F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8680" y="1703070"/>
            <a:ext cx="1737360" cy="17373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9A567FE-FFC8-9E48-8136-38853473B1A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926080" y="1928813"/>
            <a:ext cx="5486400" cy="12858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>
                <a:solidFill>
                  <a:srgbClr val="5B5B5B"/>
                </a:solidFill>
              </a:rPr>
              <a:t>What specific conditions would you like to explore?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53EC6A5-1B36-DB05-124B-149932486AB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62500" y="322898"/>
            <a:ext cx="4000500" cy="668654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 fontScale="62500" lnSpcReduction="20000"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DE7F02A-266F-F500-8F0B-0F4628F4D487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76661" y="433226"/>
            <a:ext cx="447999" cy="44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2D472FE-42DA-77CE-033B-532E0342E33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926080" y="4318000"/>
            <a:ext cx="5486400" cy="388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374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BB387E-C73C-E952-91A2-FED6D4B57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5CFE7-9E8E-0A4B-2C17-9EF0F5175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A4952ED-9EFA-6DF8-E096-1F2AF430629E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26080" y="462915"/>
            <a:ext cx="777240" cy="3886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9B6CF97-BA0B-E7C9-5B3A-6DEB4F433784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8680" y="1703070"/>
            <a:ext cx="1737360" cy="17373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79F996D-D22D-A5F0-C6DE-9B248D8FC3D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926080" y="1928813"/>
            <a:ext cx="5486400" cy="12858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5B5B5B"/>
                </a:solidFill>
              </a:rPr>
              <a:t>For the condition you explored, how many participants were described in the data (write condition and number)?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0A9B1D9-2B7C-EADC-BCEE-E687615EB8B2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62500" y="322898"/>
            <a:ext cx="4000500" cy="668654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 fontScale="62500" lnSpcReduction="20000"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5F3CACC-12DC-4AD4-6AB9-103BE381EBB5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76661" y="433226"/>
            <a:ext cx="447999" cy="44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20D71C9-7337-ADD9-0DE0-28639A7A66E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926080" y="4318000"/>
            <a:ext cx="5486400" cy="388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2148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52B7D6-D0F6-B395-CB9C-6CB7E009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Accessing All of Us Program Data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FFEE2C8-8710-21E0-7662-C9DE071F9B7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r>
              <a:rPr lang="en-US">
                <a:solidFill>
                  <a:srgbClr val="000000"/>
                </a:solidFill>
              </a:rPr>
              <a:t>Three tiers of data</a:t>
            </a:r>
          </a:p>
          <a:p>
            <a:pPr lvl="1"/>
            <a:endParaRPr lang="en-US">
              <a:solidFill>
                <a:srgbClr val="000000"/>
              </a:solidFill>
            </a:endParaRPr>
          </a:p>
          <a:p>
            <a:pPr marL="342900" lvl="1" indent="-342900">
              <a:buAutoNum type="arabicPeriod"/>
            </a:pPr>
            <a:r>
              <a:rPr lang="en-US">
                <a:solidFill>
                  <a:srgbClr val="000000"/>
                </a:solidFill>
              </a:rPr>
              <a:t>Public data browser: aggregated data only, no ability to cross tabulate</a:t>
            </a:r>
          </a:p>
          <a:p>
            <a:pPr marL="342900" lvl="1" indent="-342900">
              <a:buAutoNum type="arabicPeriod"/>
            </a:pPr>
            <a:r>
              <a:rPr lang="en-US">
                <a:solidFill>
                  <a:srgbClr val="000000"/>
                </a:solidFill>
              </a:rPr>
              <a:t>Researcher Workbench access: deidentified data about participants in the study</a:t>
            </a:r>
          </a:p>
          <a:p>
            <a:pPr marL="342900" lvl="1" indent="-342900">
              <a:buAutoNum type="arabicPeriod"/>
            </a:pPr>
            <a:r>
              <a:rPr lang="en-US">
                <a:solidFill>
                  <a:srgbClr val="000000"/>
                </a:solidFill>
              </a:rPr>
              <a:t>Controlled Tier: Genomic, phenome and certain surveys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F249A-0230-6341-5524-80CE56754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15257-F9BD-3961-61D3-6B4956DCB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40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52B7D6-D0F6-B395-CB9C-6CB7E009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Accessing All of Us Program Data Requirements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FFEE2C8-8710-21E0-7662-C9DE071F9B7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5438" y="1017616"/>
            <a:ext cx="7446962" cy="2651760"/>
          </a:xfrm>
        </p:spPr>
        <p:txBody>
          <a:bodyPr vert="horz" lIns="0" tIns="0" rIns="0" bIns="0" rtlCol="0" anchor="t">
            <a:noAutofit/>
          </a:bodyPr>
          <a:lstStyle/>
          <a:p>
            <a:pPr lvl="1"/>
            <a:r>
              <a:rPr lang="en-US" dirty="0">
                <a:solidFill>
                  <a:srgbClr val="000000"/>
                </a:solidFill>
              </a:rPr>
              <a:t>Data must be accessed within the All of Us Researcher Data Browser and cannot be exported (figures and descriptive statistics can be included in papers).</a:t>
            </a:r>
          </a:p>
          <a:p>
            <a:pPr lvl="1"/>
            <a:endParaRPr lang="en-US">
              <a:solidFill>
                <a:srgbClr val="000000"/>
              </a:solidFill>
            </a:endParaRPr>
          </a:p>
          <a:p>
            <a:pPr lvl="1"/>
            <a:r>
              <a:rPr lang="en-US" dirty="0">
                <a:solidFill>
                  <a:srgbClr val="000000"/>
                </a:solidFill>
              </a:rPr>
              <a:t>Users create queries of the massive database to make a subset, called a Workspace, to work with in the Data Browser. </a:t>
            </a:r>
            <a:endParaRPr lang="en-US" dirty="0">
              <a:solidFill>
                <a:srgbClr val="000000"/>
              </a:solidFill>
              <a:cs typeface="Arial"/>
            </a:endParaRPr>
          </a:p>
          <a:p>
            <a:pPr lvl="1"/>
            <a:endParaRPr lang="en-US">
              <a:solidFill>
                <a:srgbClr val="000000"/>
              </a:solidFill>
            </a:endParaRPr>
          </a:p>
          <a:p>
            <a:pPr lvl="1"/>
            <a:r>
              <a:rPr lang="en-US" dirty="0">
                <a:solidFill>
                  <a:srgbClr val="000000"/>
                </a:solidFill>
              </a:rPr>
              <a:t>Users can analyze in R, Python or Sas, using a </a:t>
            </a:r>
            <a:r>
              <a:rPr lang="en-US" dirty="0" err="1">
                <a:solidFill>
                  <a:srgbClr val="000000"/>
                </a:solidFill>
              </a:rPr>
              <a:t>Jupyter</a:t>
            </a:r>
            <a:r>
              <a:rPr lang="en-US" dirty="0">
                <a:solidFill>
                  <a:srgbClr val="000000"/>
                </a:solidFill>
              </a:rPr>
              <a:t> notebook or an RStudio cloud instance. </a:t>
            </a:r>
          </a:p>
          <a:p>
            <a:pPr lvl="1"/>
            <a:endParaRPr lang="en-US">
              <a:solidFill>
                <a:srgbClr val="000000"/>
              </a:solidFill>
            </a:endParaRPr>
          </a:p>
          <a:p>
            <a:pPr lvl="1"/>
            <a:r>
              <a:rPr lang="en-US" dirty="0">
                <a:solidFill>
                  <a:srgbClr val="000000"/>
                </a:solidFill>
              </a:rPr>
              <a:t>When creating an account, users’ accounts are credited $300 and maintaining the workspaces depletes a small amount per month. </a:t>
            </a:r>
            <a:endParaRPr lang="en-US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F249A-0230-6341-5524-80CE56754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15257-F9BD-3961-61D3-6B4956DCB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528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52B7D6-D0F6-B395-CB9C-6CB7E009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Accessing All of Us Program Data Requirements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FFEE2C8-8710-21E0-7662-C9DE071F9B7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004993" y="4206240"/>
            <a:ext cx="7446962" cy="2651760"/>
          </a:xfrm>
        </p:spPr>
        <p:txBody>
          <a:bodyPr/>
          <a:lstStyle/>
          <a:p>
            <a:pPr lvl="1"/>
            <a:r>
              <a:rPr lang="en-US">
                <a:solidFill>
                  <a:srgbClr val="000000"/>
                </a:solidFill>
                <a:hlinkClick r:id="rId2"/>
              </a:rPr>
              <a:t>https://support.researchallofus.org/hc/en-us/articles/360039539411-Getting-Started-and-What-to-Know-About-Costs</a:t>
            </a:r>
            <a:r>
              <a:rPr lang="en-US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F249A-0230-6341-5524-80CE56754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15257-F9BD-3961-61D3-6B4956DCB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456CF9-CFBC-4339-11A5-E1E2E3F63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" y="1100137"/>
            <a:ext cx="7896225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72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52B7D6-D0F6-B395-CB9C-6CB7E009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Accessing All of Us Program Limitations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FFEE2C8-8710-21E0-7662-C9DE071F9B7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5750" lvl="1" indent="-285750">
              <a:buChar char="•"/>
            </a:pPr>
            <a:r>
              <a:rPr lang="en-US">
                <a:solidFill>
                  <a:srgbClr val="000000"/>
                </a:solidFill>
              </a:rPr>
              <a:t>Regional specificity is lacking at the non-controlled tier</a:t>
            </a:r>
            <a:endParaRPr lang="en-US"/>
          </a:p>
          <a:p>
            <a:pPr marL="285750" lvl="1" indent="-285750">
              <a:buChar char="•"/>
            </a:pPr>
            <a:r>
              <a:rPr lang="en-US">
                <a:solidFill>
                  <a:srgbClr val="000000"/>
                </a:solidFill>
                <a:cs typeface="Arial"/>
              </a:rPr>
              <a:t>In certain regards, notably education and income, the All of Us population does not track the US population trends, for example advanced degree holders appear to be over-represented, and income level representation does not match proportions of the US or NY population in terms of income bracket</a:t>
            </a:r>
          </a:p>
          <a:p>
            <a:pPr marL="285750" lvl="1" indent="-285750">
              <a:buChar char="•"/>
            </a:pPr>
            <a:r>
              <a:rPr lang="en-US">
                <a:solidFill>
                  <a:srgbClr val="000000"/>
                </a:solidFill>
                <a:cs typeface="Arial"/>
              </a:rPr>
              <a:t>Requires code-based analysis techniques</a:t>
            </a:r>
          </a:p>
          <a:p>
            <a:pPr marL="285750" lvl="1" indent="-285750">
              <a:buChar char="•"/>
            </a:pPr>
            <a:r>
              <a:rPr lang="en-US">
                <a:solidFill>
                  <a:srgbClr val="000000"/>
                </a:solidFill>
                <a:cs typeface="Arial"/>
              </a:rPr>
              <a:t>Is an opt-in system so those marginalized by health systems or lacking in physicians may not be included</a:t>
            </a:r>
          </a:p>
          <a:p>
            <a:pPr lvl="1"/>
            <a:endParaRPr lang="en-US">
              <a:solidFill>
                <a:srgbClr val="000000"/>
              </a:solidFill>
              <a:cs typeface="Arial"/>
            </a:endParaRPr>
          </a:p>
          <a:p>
            <a:pPr lvl="1"/>
            <a:endParaRPr lang="en-US">
              <a:solidFill>
                <a:srgbClr val="000000"/>
              </a:solidFill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F249A-0230-6341-5524-80CE56754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15257-F9BD-3961-61D3-6B4956DCB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19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52B7D6-D0F6-B395-CB9C-6CB7E009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Accessing All of Us Program Researcher Workbench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FFEE2C8-8710-21E0-7662-C9DE071F9B7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lvl="1"/>
            <a:r>
              <a:rPr lang="en-US">
                <a:solidFill>
                  <a:srgbClr val="000000"/>
                </a:solidFill>
                <a:ea typeface="+mn-lt"/>
                <a:cs typeface="+mn-lt"/>
                <a:hlinkClick r:id="rId2"/>
              </a:rPr>
              <a:t>Data Browser | All of Us Public Data Browser (researchallofus.org)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F249A-0230-6341-5524-80CE56754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15257-F9BD-3961-61D3-6B4956DCB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05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52B7D6-D0F6-B395-CB9C-6CB7E009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All of Us Program Researcher Workbench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FFEE2C8-8710-21E0-7662-C9DE071F9B7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To work in the workbench you must first define a cohort.</a:t>
            </a:r>
            <a:endParaRPr lang="en-US" dirty="0">
              <a:solidFill>
                <a:srgbClr val="000000"/>
              </a:solidFill>
              <a:cs typeface="Arial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The cohort is the group you are looking at, i.e. people diagnosed with diabetes who have filled out the social determinants of health table. </a:t>
            </a:r>
            <a:endParaRPr lang="en-US" dirty="0">
              <a:solidFill>
                <a:srgbClr val="000000"/>
              </a:solidFill>
              <a:cs typeface="Arial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You need to consider ways to limit your cohort size, or else it will greatly slow down your ability to conduct analyses. </a:t>
            </a:r>
            <a:endParaRPr lang="en-US" dirty="0">
              <a:solidFill>
                <a:srgbClr val="000000"/>
              </a:solidFill>
              <a:cs typeface="Arial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Then you can include specific measures and surveys.</a:t>
            </a:r>
            <a:endParaRPr lang="en-US" dirty="0">
              <a:solidFill>
                <a:srgbClr val="000000"/>
              </a:solidFill>
              <a:cs typeface="Arial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Then you analyze in the All of Us Program Researcher Workbench</a:t>
            </a:r>
            <a:endParaRPr lang="en-US" dirty="0">
              <a:solidFill>
                <a:srgbClr val="000000"/>
              </a:solidFill>
              <a:cs typeface="Arial"/>
            </a:endParaRPr>
          </a:p>
          <a:p>
            <a:pPr lvl="1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F249A-0230-6341-5524-80CE56754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15257-F9BD-3961-61D3-6B4956DCB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39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8ABF9-2295-2426-F876-ADE840302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BDAAC-7217-BB28-63F2-C83F8E10E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Workspace Creation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D07B56-3605-4D8D-B732-E0FE40E720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E6F32B-4FCD-CA6F-A18B-750AFB089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</p:spTree>
    <p:extLst>
      <p:ext uri="{BB962C8B-B14F-4D97-AF65-F5344CB8AC3E}">
        <p14:creationId xmlns:p14="http://schemas.microsoft.com/office/powerpoint/2010/main" val="3126424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BACEC-38E6-7EFA-EC8C-1E9683F35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Workspace Creation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24BCB3-6097-32F5-86BD-78567E8DDE8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b="0" dirty="0">
                <a:solidFill>
                  <a:srgbClr val="000000"/>
                </a:solidFill>
                <a:cs typeface="Arial"/>
              </a:rPr>
              <a:t>A detailed description of your project and aims is required</a:t>
            </a:r>
          </a:p>
          <a:p>
            <a:endParaRPr lang="en-US" b="0" dirty="0">
              <a:solidFill>
                <a:srgbClr val="000000"/>
              </a:solidFill>
              <a:cs typeface="Arial"/>
            </a:endParaRPr>
          </a:p>
          <a:p>
            <a:r>
              <a:rPr lang="en-US" b="0" dirty="0">
                <a:solidFill>
                  <a:srgbClr val="000000"/>
                </a:solidFill>
                <a:cs typeface="Arial"/>
              </a:rPr>
              <a:t>Goals of a project can be for education or research purposes</a:t>
            </a:r>
          </a:p>
          <a:p>
            <a:endParaRPr lang="en-US" b="0" dirty="0">
              <a:solidFill>
                <a:srgbClr val="000000"/>
              </a:solidFill>
              <a:cs typeface="Arial"/>
            </a:endParaRPr>
          </a:p>
          <a:p>
            <a:r>
              <a:rPr lang="en-US" b="0" dirty="0">
                <a:solidFill>
                  <a:srgbClr val="000000"/>
                </a:solidFill>
                <a:cs typeface="Arial"/>
              </a:rPr>
              <a:t>Descriptions are publicly viewable</a:t>
            </a:r>
          </a:p>
          <a:p>
            <a:endParaRPr lang="en-US" b="0" dirty="0">
              <a:solidFill>
                <a:srgbClr val="000000"/>
              </a:solidFill>
              <a:cs typeface="Arial"/>
            </a:endParaRPr>
          </a:p>
          <a:p>
            <a:r>
              <a:rPr lang="en-US" b="0" dirty="0">
                <a:solidFill>
                  <a:srgbClr val="000000"/>
                </a:solidFill>
                <a:cs typeface="Arial"/>
              </a:rPr>
              <a:t>If insufficient detail is included, All of Us staff </a:t>
            </a:r>
            <a:r>
              <a:rPr lang="en-US" dirty="0">
                <a:solidFill>
                  <a:srgbClr val="000000"/>
                </a:solidFill>
                <a:cs typeface="Arial"/>
              </a:rPr>
              <a:t>will </a:t>
            </a:r>
            <a:r>
              <a:rPr lang="en-US" b="0" dirty="0">
                <a:solidFill>
                  <a:srgbClr val="000000"/>
                </a:solidFill>
                <a:cs typeface="Arial"/>
              </a:rPr>
              <a:t>contact you </a:t>
            </a:r>
          </a:p>
          <a:p>
            <a:endParaRPr lang="en-US" b="0" dirty="0">
              <a:solidFill>
                <a:srgbClr val="000000"/>
              </a:solidFill>
              <a:cs typeface="Arial"/>
            </a:endParaRPr>
          </a:p>
          <a:p>
            <a:r>
              <a:rPr lang="en-US" b="0" dirty="0">
                <a:solidFill>
                  <a:srgbClr val="000000"/>
                </a:solidFill>
                <a:cs typeface="Arial"/>
              </a:rPr>
              <a:t>Projects can be exploratory or hypothesis testing in nature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C08893-D6B1-1A8D-4B9D-36CEE6CF7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2DDF3-EE32-5830-15C9-36763AE8A1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</p:spTree>
    <p:extLst>
      <p:ext uri="{BB962C8B-B14F-4D97-AF65-F5344CB8AC3E}">
        <p14:creationId xmlns:p14="http://schemas.microsoft.com/office/powerpoint/2010/main" val="4199677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ACA88-30E8-6BA7-56A4-0A5F35374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108" y="306907"/>
            <a:ext cx="5773793" cy="2267712"/>
          </a:xfrm>
        </p:spPr>
        <p:txBody>
          <a:bodyPr/>
          <a:lstStyle/>
          <a:p>
            <a:r>
              <a:rPr lang="en-US" dirty="0">
                <a:cs typeface="Arial"/>
              </a:rPr>
              <a:t>Cohort Builder: Who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B33D58-B030-09A2-4157-C852D4C3C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3099C-7A2F-D248-528F-9EB706C016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</p:spTree>
    <p:extLst>
      <p:ext uri="{BB962C8B-B14F-4D97-AF65-F5344CB8AC3E}">
        <p14:creationId xmlns:p14="http://schemas.microsoft.com/office/powerpoint/2010/main" val="2231734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995B8-45C8-13DC-B2E1-E4B304AF9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Defining your cohort 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4584C5-7A97-9C8A-A9D4-88C28D92244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b="0" dirty="0">
                <a:solidFill>
                  <a:srgbClr val="000000"/>
                </a:solidFill>
                <a:cs typeface="Arial"/>
              </a:rPr>
              <a:t>Defining your cohort:</a:t>
            </a:r>
          </a:p>
          <a:p>
            <a:pPr marL="285750" indent="-285750">
              <a:buChar char="•"/>
            </a:pPr>
            <a:r>
              <a:rPr lang="en-US" b="0" dirty="0">
                <a:solidFill>
                  <a:srgbClr val="000000"/>
                </a:solidFill>
                <a:cs typeface="Arial"/>
              </a:rPr>
              <a:t>Who will be included in your analysis</a:t>
            </a:r>
          </a:p>
          <a:p>
            <a:pPr marL="512445" lvl="2" indent="-226695">
              <a:buFont typeface="Wingdings" panose="020B0604020202020204" pitchFamily="34" charset="0"/>
              <a:buChar char="§"/>
            </a:pPr>
            <a:r>
              <a:rPr lang="en-US" dirty="0">
                <a:solidFill>
                  <a:srgbClr val="000000"/>
                </a:solidFill>
                <a:cs typeface="Arial"/>
              </a:rPr>
              <a:t>e.g. People with a given condition/exposure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000000"/>
                </a:solidFill>
                <a:cs typeface="Arial"/>
              </a:rPr>
              <a:t>Essential to determine in advance</a:t>
            </a:r>
          </a:p>
          <a:p>
            <a:pPr marL="512445" lvl="2" indent="-226695">
              <a:buFont typeface="Wingdings" panose="020B0604020202020204" pitchFamily="34" charset="0"/>
              <a:buChar char="§"/>
            </a:pPr>
            <a:r>
              <a:rPr lang="en-US" dirty="0">
                <a:solidFill>
                  <a:srgbClr val="000000"/>
                </a:solidFill>
                <a:cs typeface="Arial"/>
              </a:rPr>
              <a:t>Attempting to analyze all individuals will result in unrealistically slow analysis times</a:t>
            </a:r>
          </a:p>
          <a:p>
            <a:pPr marL="512445" lvl="2" indent="-226695">
              <a:buFont typeface="Wingdings" panose="020B0604020202020204" pitchFamily="34" charset="0"/>
              <a:buChar char="§"/>
            </a:pPr>
            <a:r>
              <a:rPr lang="en-US" dirty="0">
                <a:solidFill>
                  <a:srgbClr val="000000"/>
                </a:solidFill>
                <a:cs typeface="Arial"/>
              </a:rPr>
              <a:t>Important to focus your research question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000000"/>
                </a:solidFill>
                <a:cs typeface="Arial"/>
              </a:rPr>
              <a:t>The cohort is </a:t>
            </a:r>
            <a:r>
              <a:rPr lang="en-US" dirty="0">
                <a:solidFill>
                  <a:srgbClr val="000000"/>
                </a:solidFill>
                <a:cs typeface="Arial"/>
              </a:rPr>
              <a:t>not </a:t>
            </a:r>
            <a:r>
              <a:rPr lang="en-US" b="0" dirty="0">
                <a:solidFill>
                  <a:srgbClr val="000000"/>
                </a:solidFill>
                <a:cs typeface="Arial"/>
              </a:rPr>
              <a:t>a list of all items that can be measured or modeled in your analysis</a:t>
            </a:r>
          </a:p>
          <a:p>
            <a:pPr marL="512445" lvl="2" indent="-226695">
              <a:buFont typeface="Wingdings" panose="020B0604020202020204" pitchFamily="34" charset="0"/>
              <a:buChar char="§"/>
            </a:pPr>
            <a:endParaRPr lang="en-US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829F1F-29EC-6F9D-EC2B-6D130BFB69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C21F02-B7B0-4EBD-001E-54E3F1040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</p:spTree>
    <p:extLst>
      <p:ext uri="{BB962C8B-B14F-4D97-AF65-F5344CB8AC3E}">
        <p14:creationId xmlns:p14="http://schemas.microsoft.com/office/powerpoint/2010/main" val="2336497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DFFBD-B95F-6975-FADE-84D2B9063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1BE25-60EB-35FA-905A-09649BEF9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Defining your cohort 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1B5D07-868B-920D-1CFD-7815A185A21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b="0" dirty="0">
                <a:solidFill>
                  <a:srgbClr val="000000"/>
                </a:solidFill>
                <a:cs typeface="Arial"/>
              </a:rPr>
              <a:t>All of Us automatically generates the SQL </a:t>
            </a:r>
          </a:p>
          <a:p>
            <a:endParaRPr lang="en-US" b="0" dirty="0">
              <a:solidFill>
                <a:srgbClr val="000000"/>
              </a:solidFill>
              <a:cs typeface="Arial"/>
            </a:endParaRPr>
          </a:p>
          <a:p>
            <a:r>
              <a:rPr lang="en-US" b="0" dirty="0">
                <a:solidFill>
                  <a:srgbClr val="000000"/>
                </a:solidFill>
                <a:cs typeface="Arial"/>
              </a:rPr>
              <a:t>For improved experience, you will need to rename the variables assigned for each table</a:t>
            </a:r>
          </a:p>
          <a:p>
            <a:endParaRPr lang="en-US" b="0" dirty="0">
              <a:solidFill>
                <a:srgbClr val="000000"/>
              </a:solidFill>
              <a:cs typeface="Arial"/>
            </a:endParaRPr>
          </a:p>
          <a:p>
            <a:endParaRPr lang="en-US" b="0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10963C-E424-C461-CADC-50F3539AC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43ABB-504B-58F9-8B3C-9513FF66CD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</p:spTree>
    <p:extLst>
      <p:ext uri="{BB962C8B-B14F-4D97-AF65-F5344CB8AC3E}">
        <p14:creationId xmlns:p14="http://schemas.microsoft.com/office/powerpoint/2010/main" val="1568063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2EEC4-776E-4558-DBF2-5FAD02199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1561F-C60C-22D7-976A-723C76563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108" y="306907"/>
            <a:ext cx="7416855" cy="2267712"/>
          </a:xfrm>
        </p:spPr>
        <p:txBody>
          <a:bodyPr/>
          <a:lstStyle/>
          <a:p>
            <a:r>
              <a:rPr lang="en-US" dirty="0">
                <a:cs typeface="Arial"/>
              </a:rPr>
              <a:t>Dataset Builder: What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CE8D23-ACD5-E183-CA76-9AFB764B0B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E9DE02-D517-5E8C-24EB-4FF12F9B09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</p:spTree>
    <p:extLst>
      <p:ext uri="{BB962C8B-B14F-4D97-AF65-F5344CB8AC3E}">
        <p14:creationId xmlns:p14="http://schemas.microsoft.com/office/powerpoint/2010/main" val="1239715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F2256-C237-655B-8E9A-AE3FA90CD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EEA0B-1F2E-B0A4-8A49-8AC108EB6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Defining your dataset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74E64E-1363-588C-2961-F64211F3E2F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endParaRPr lang="en-US" b="0" dirty="0">
              <a:solidFill>
                <a:srgbClr val="000000"/>
              </a:solidFill>
              <a:cs typeface="Arial"/>
            </a:endParaRPr>
          </a:p>
          <a:p>
            <a:pPr marL="512445" lvl="2" indent="-226695">
              <a:buFont typeface="Wingdings" panose="020B0604020202020204" pitchFamily="34" charset="0"/>
              <a:buChar char="§"/>
            </a:pPr>
            <a:endParaRPr lang="en-US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6C38C5-CAB3-3345-B292-FEDA10673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49ECFF-BFE3-9090-CF96-B7D46DD88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B2B1BA69-E0F8-07A5-E55C-86266E2D837E}"/>
              </a:ext>
            </a:extLst>
          </p:cNvPr>
          <p:cNvSpPr txBox="1">
            <a:spLocks/>
          </p:cNvSpPr>
          <p:nvPr/>
        </p:nvSpPr>
        <p:spPr>
          <a:xfrm>
            <a:off x="477838" y="1706880"/>
            <a:ext cx="7446962" cy="26517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6858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7013" indent="-227013" algn="l" defTabSz="6858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0375" indent="-233363" algn="l" defTabSz="6858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5475" indent="-165100" algn="l" defTabSz="6858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000000"/>
                </a:solidFill>
                <a:cs typeface="Arial"/>
              </a:rPr>
              <a:t>After you determine who you are analyzing, you need to determine what to ask about them:</a:t>
            </a:r>
            <a:endParaRPr lang="en-US" b="0" i="1" dirty="0">
              <a:solidFill>
                <a:srgbClr val="000000"/>
              </a:solidFill>
              <a:cs typeface="Arial"/>
            </a:endParaRPr>
          </a:p>
          <a:p>
            <a:pPr marL="512445" lvl="2" indent="-226695">
              <a:buFont typeface="Wingdings" panose="020B0604020202020204" pitchFamily="34" charset="0"/>
              <a:buChar char="§"/>
            </a:pPr>
            <a:r>
              <a:rPr lang="en-US" dirty="0">
                <a:solidFill>
                  <a:srgbClr val="000000"/>
                </a:solidFill>
                <a:cs typeface="Arial"/>
              </a:rPr>
              <a:t>Condition of interest</a:t>
            </a:r>
          </a:p>
          <a:p>
            <a:pPr marL="512445" lvl="2" indent="-226695">
              <a:buFont typeface="Wingdings" panose="020B0604020202020204" pitchFamily="34" charset="0"/>
              <a:buChar char="§"/>
            </a:pPr>
            <a:r>
              <a:rPr lang="en-US" dirty="0">
                <a:solidFill>
                  <a:srgbClr val="000000"/>
                </a:solidFill>
                <a:cs typeface="Arial"/>
              </a:rPr>
              <a:t>Outcome of interest (dependent variable)</a:t>
            </a:r>
          </a:p>
          <a:p>
            <a:pPr marL="512445" lvl="2" indent="-226695">
              <a:buFont typeface="Wingdings" panose="020B0604020202020204" pitchFamily="34" charset="0"/>
              <a:buChar char="§"/>
            </a:pPr>
            <a:r>
              <a:rPr lang="en-US" dirty="0">
                <a:solidFill>
                  <a:srgbClr val="000000"/>
                </a:solidFill>
                <a:cs typeface="Arial"/>
              </a:rPr>
              <a:t>Demographic information</a:t>
            </a:r>
            <a:endParaRPr lang="en-US" b="0" dirty="0">
              <a:solidFill>
                <a:srgbClr val="000000"/>
              </a:solidFill>
              <a:cs typeface="Arial"/>
            </a:endParaRPr>
          </a:p>
          <a:p>
            <a:pPr marL="512445" lvl="2" indent="-226695">
              <a:buFont typeface="Wingdings" panose="020B0604020202020204" pitchFamily="34" charset="0"/>
              <a:buChar char="§"/>
            </a:pPr>
            <a:r>
              <a:rPr lang="en-US" dirty="0">
                <a:solidFill>
                  <a:srgbClr val="000000"/>
                </a:solidFill>
                <a:cs typeface="Arial"/>
              </a:rPr>
              <a:t>Potential confounders</a:t>
            </a:r>
          </a:p>
          <a:p>
            <a:pPr marL="512445" lvl="2" indent="-226695">
              <a:buFont typeface="Wingdings" panose="020B0604020202020204" pitchFamily="34" charset="0"/>
              <a:buChar char="§"/>
            </a:pPr>
            <a:r>
              <a:rPr lang="en-US" dirty="0">
                <a:solidFill>
                  <a:srgbClr val="000000"/>
                </a:solidFill>
                <a:cs typeface="Arial"/>
              </a:rPr>
              <a:t>Modifiers</a:t>
            </a:r>
          </a:p>
          <a:p>
            <a:pPr marL="512445" lvl="2" indent="-226695">
              <a:buFont typeface="Wingdings" panose="020B0604020202020204" pitchFamily="34" charset="0"/>
              <a:buChar char="§"/>
            </a:pPr>
            <a:endParaRPr lang="en-US" dirty="0">
              <a:solidFill>
                <a:srgbClr val="000000"/>
              </a:solidFill>
              <a:cs typeface="Arial"/>
            </a:endParaRPr>
          </a:p>
          <a:p>
            <a:pPr marL="512445" lvl="2" indent="-226695">
              <a:buFont typeface="Wingdings" panose="020B0604020202020204" pitchFamily="34" charset="0"/>
              <a:buChar char="§"/>
            </a:pPr>
            <a:endParaRPr lang="en-US" dirty="0">
              <a:solidFill>
                <a:srgbClr val="00000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8728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3B54D-D07D-CD6F-14AC-073EBFDA7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7A43-46B2-8BFF-9308-40E428E33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Defining your dataset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CEC19D-6D1E-A25B-B8D3-17BD62C7D46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endParaRPr lang="en-US" b="0" dirty="0">
              <a:solidFill>
                <a:srgbClr val="000000"/>
              </a:solidFill>
              <a:cs typeface="Arial"/>
            </a:endParaRPr>
          </a:p>
          <a:p>
            <a:pPr marL="512445" lvl="2" indent="-226695">
              <a:buFont typeface="Wingdings" panose="020B0604020202020204" pitchFamily="34" charset="0"/>
              <a:buChar char="§"/>
            </a:pPr>
            <a:endParaRPr lang="en-US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32305E-F350-BAEB-215E-739447E31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F0F560-7CB6-44DC-5E85-8B364BF3C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15885225-F0DD-56B4-7954-D314EFBF9DC1}"/>
              </a:ext>
            </a:extLst>
          </p:cNvPr>
          <p:cNvSpPr txBox="1">
            <a:spLocks/>
          </p:cNvSpPr>
          <p:nvPr/>
        </p:nvSpPr>
        <p:spPr>
          <a:xfrm>
            <a:off x="477838" y="1706880"/>
            <a:ext cx="7446962" cy="26517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6858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7013" indent="-227013" algn="l" defTabSz="6858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0375" indent="-233363" algn="l" defTabSz="6858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5475" indent="-165100" algn="l" defTabSz="6858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000000"/>
                </a:solidFill>
                <a:cs typeface="Arial"/>
              </a:rPr>
              <a:t>Data to be pulled are defined in "Concept Sets"</a:t>
            </a:r>
          </a:p>
          <a:p>
            <a:endParaRPr lang="en-US" b="0" dirty="0">
              <a:solidFill>
                <a:srgbClr val="000000"/>
              </a:solidFill>
              <a:cs typeface="Arial"/>
            </a:endParaRPr>
          </a:p>
          <a:p>
            <a:r>
              <a:rPr lang="en-US" b="0" dirty="0">
                <a:solidFill>
                  <a:srgbClr val="000000"/>
                </a:solidFill>
                <a:cs typeface="Arial"/>
              </a:rPr>
              <a:t>A concept set might include clinical measures, survey data, clinical observations or medications.</a:t>
            </a:r>
          </a:p>
          <a:p>
            <a:endParaRPr lang="en-US" b="0" dirty="0">
              <a:solidFill>
                <a:srgbClr val="000000"/>
              </a:solidFill>
              <a:cs typeface="Arial"/>
            </a:endParaRPr>
          </a:p>
          <a:p>
            <a:r>
              <a:rPr lang="en-US" b="0" dirty="0">
                <a:solidFill>
                  <a:srgbClr val="000000"/>
                </a:solidFill>
                <a:cs typeface="Arial"/>
              </a:rPr>
              <a:t>A concept set will correspond to the types of data listed in the Data Browser</a:t>
            </a:r>
          </a:p>
          <a:p>
            <a:endParaRPr lang="en-US" b="0" dirty="0">
              <a:solidFill>
                <a:srgbClr val="000000"/>
              </a:solidFill>
              <a:cs typeface="Arial"/>
            </a:endParaRPr>
          </a:p>
          <a:p>
            <a:r>
              <a:rPr lang="en-US" b="0" dirty="0">
                <a:solidFill>
                  <a:srgbClr val="000000"/>
                </a:solidFill>
                <a:cs typeface="Arial"/>
              </a:rPr>
              <a:t>All of Us's analysis notebook will automatically format the SQL </a:t>
            </a:r>
          </a:p>
          <a:p>
            <a:endParaRPr lang="en-US" b="0" dirty="0">
              <a:solidFill>
                <a:srgbClr val="000000"/>
              </a:solidFill>
              <a:cs typeface="Arial"/>
            </a:endParaRPr>
          </a:p>
          <a:p>
            <a:r>
              <a:rPr lang="en-US" b="0" dirty="0">
                <a:solidFill>
                  <a:srgbClr val="000000"/>
                </a:solidFill>
                <a:cs typeface="Arial"/>
              </a:rPr>
              <a:t>As with the cohort, you will want to update the variable name</a:t>
            </a:r>
          </a:p>
          <a:p>
            <a:pPr marL="512445" lvl="2" indent="-226695">
              <a:buFont typeface="Wingdings" panose="020B0604020202020204" pitchFamily="34" charset="0"/>
              <a:buChar char="§"/>
            </a:pPr>
            <a:endParaRPr lang="en-US" dirty="0">
              <a:solidFill>
                <a:srgbClr val="000000"/>
              </a:solidFill>
              <a:cs typeface="Arial"/>
            </a:endParaRPr>
          </a:p>
          <a:p>
            <a:pPr marL="512445" lvl="2" indent="-226695">
              <a:buFont typeface="Wingdings" panose="020B0604020202020204" pitchFamily="34" charset="0"/>
              <a:buChar char="§"/>
            </a:pPr>
            <a:endParaRPr lang="en-US" dirty="0">
              <a:solidFill>
                <a:srgbClr val="00000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6510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900EF-B7A9-4521-80EC-BDB63B82C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67B55-404F-6ABE-423C-8D926DDF4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Analysis: Why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CD1E39-568E-CB55-AA87-EA01AE9F9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7E8A26-DBFB-FC1C-2EBE-1C60618A4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</p:spTree>
    <p:extLst>
      <p:ext uri="{BB962C8B-B14F-4D97-AF65-F5344CB8AC3E}">
        <p14:creationId xmlns:p14="http://schemas.microsoft.com/office/powerpoint/2010/main" val="26372458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839EE-53CD-EEC9-FDCD-EF36A179A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A37C9-01F0-28D1-C3E4-3B6FC9CE7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Analyzing your dataset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6A986A-BB14-7BA4-8F1D-E5C0B19CF3F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endParaRPr lang="en-US" b="0" dirty="0">
              <a:solidFill>
                <a:srgbClr val="000000"/>
              </a:solidFill>
              <a:cs typeface="Arial"/>
            </a:endParaRPr>
          </a:p>
          <a:p>
            <a:pPr marL="512445" lvl="2" indent="-226695">
              <a:buFont typeface="Wingdings" panose="020B0604020202020204" pitchFamily="34" charset="0"/>
              <a:buChar char="§"/>
            </a:pPr>
            <a:endParaRPr lang="en-US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AF3907-6C93-F41A-9A64-F836CC487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BD90B-6463-C45E-87C3-E818FC8048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FF82C428-BFA5-DC29-3742-3C299312B338}"/>
              </a:ext>
            </a:extLst>
          </p:cNvPr>
          <p:cNvSpPr txBox="1">
            <a:spLocks/>
          </p:cNvSpPr>
          <p:nvPr/>
        </p:nvSpPr>
        <p:spPr>
          <a:xfrm>
            <a:off x="477838" y="1706880"/>
            <a:ext cx="7446962" cy="26517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6858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7013" indent="-227013" algn="l" defTabSz="6858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0375" indent="-233363" algn="l" defTabSz="6858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5475" indent="-165100" algn="l" defTabSz="6858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000000"/>
                </a:solidFill>
                <a:cs typeface="Arial"/>
              </a:rPr>
              <a:t>Once you pull your data, you will need to begin filtering the long-form EHR data for </a:t>
            </a:r>
            <a:r>
              <a:rPr lang="en-US" b="0">
                <a:solidFill>
                  <a:srgbClr val="000000"/>
                </a:solidFill>
                <a:cs typeface="Arial"/>
              </a:rPr>
              <a:t>specific measures and dates, and merging tables into a wide format. </a:t>
            </a:r>
            <a:endParaRPr lang="en-US" dirty="0"/>
          </a:p>
          <a:p>
            <a:endParaRPr lang="en-US" b="0" dirty="0">
              <a:solidFill>
                <a:srgbClr val="000000"/>
              </a:solidFill>
              <a:cs typeface="Arial"/>
            </a:endParaRPr>
          </a:p>
          <a:p>
            <a:r>
              <a:rPr lang="en-US" b="0" dirty="0">
                <a:solidFill>
                  <a:srgbClr val="000000"/>
                </a:solidFill>
                <a:cs typeface="Arial"/>
              </a:rPr>
              <a:t>You will need to consider dates, independent and dependent variables, and any </a:t>
            </a:r>
            <a:r>
              <a:rPr lang="en-US" b="0">
                <a:solidFill>
                  <a:srgbClr val="000000"/>
                </a:solidFill>
                <a:cs typeface="Arial"/>
              </a:rPr>
              <a:t>potential confounder or moderators. </a:t>
            </a:r>
            <a:endParaRPr lang="en-US" b="0" dirty="0">
              <a:solidFill>
                <a:srgbClr val="000000"/>
              </a:solidFill>
              <a:cs typeface="Arial"/>
            </a:endParaRPr>
          </a:p>
          <a:p>
            <a:pPr marL="512445" lvl="2" indent="-226695">
              <a:buFont typeface="Wingdings" panose="020B0604020202020204" pitchFamily="34" charset="0"/>
              <a:buChar char="§"/>
            </a:pPr>
            <a:endParaRPr lang="en-US" dirty="0">
              <a:solidFill>
                <a:srgbClr val="000000"/>
              </a:solidFill>
              <a:cs typeface="Arial"/>
            </a:endParaRPr>
          </a:p>
          <a:p>
            <a:pPr marL="512445" lvl="2" indent="-226695">
              <a:buFont typeface="Wingdings" panose="020B0604020202020204" pitchFamily="34" charset="0"/>
              <a:buChar char="§"/>
            </a:pPr>
            <a:endParaRPr lang="en-US" dirty="0">
              <a:solidFill>
                <a:srgbClr val="00000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25232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ED014-8FEB-A632-D5DF-5BFED3F22B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DB37E-B742-10F4-E283-5C3F2BE921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367E146-81BC-A6AC-3A50-E78A67B66F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EB7C0-D849-23C4-D29A-C4C98D827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</p:spTree>
    <p:extLst>
      <p:ext uri="{BB962C8B-B14F-4D97-AF65-F5344CB8AC3E}">
        <p14:creationId xmlns:p14="http://schemas.microsoft.com/office/powerpoint/2010/main" val="6936491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0C2E0B-8900-801B-D9D7-F3D0C21029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F3DA7-44C6-52B7-CD5A-F845AAFC9F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072ED04-CFC4-B648-21BC-1D32CC785EBE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26080" y="462915"/>
            <a:ext cx="777240" cy="3886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C6AD947-959F-E401-4D13-59401702925C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8680" y="1703070"/>
            <a:ext cx="1737360" cy="17373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9F1E282-27E2-922D-AF86-60A82307E54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926080" y="1928813"/>
            <a:ext cx="5486400" cy="12858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>
                <a:solidFill>
                  <a:srgbClr val="5B5B5B"/>
                </a:solidFill>
              </a:rPr>
              <a:t>True or False: Users of All of Us can download data to work with on their local computer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F24835A-63F5-D482-4208-805F9C6083A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62500" y="322898"/>
            <a:ext cx="4000500" cy="668654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 fontScale="62500" lnSpcReduction="20000"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0C3749B-AD00-419E-3470-0E686357BA8C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76661" y="433226"/>
            <a:ext cx="447999" cy="44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381FF5E-9A12-C6B9-65BE-75B5AF39C18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926080" y="4318000"/>
            <a:ext cx="5486400" cy="388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68664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2A4B39-109E-EBC9-51AB-5D8347E127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B8DF3-E64C-8F91-B04F-E3CB71B84C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21D6D72-1312-FFFF-C721-D213E378078E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26080" y="462915"/>
            <a:ext cx="777240" cy="3886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A5BB6CB-AF88-4BDF-54D6-F5E4193F30CD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8680" y="1703070"/>
            <a:ext cx="1737360" cy="17373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35E2C89-BB41-0EA5-FF6F-B1D5CC59827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926080" y="1928813"/>
            <a:ext cx="5486400" cy="12858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>
                <a:solidFill>
                  <a:srgbClr val="5B5B5B"/>
                </a:solidFill>
              </a:rPr>
              <a:t>A cohort in the All of Us Program Researcher Workbench is…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FF2A55E-7E8B-4931-404D-5A1B036072A2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62500" y="322898"/>
            <a:ext cx="4000500" cy="668654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 fontScale="62500" lnSpcReduction="20000"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60F5C398-C4BA-CA84-1F79-BB070C187667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76661" y="433226"/>
            <a:ext cx="447999" cy="44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2EAD292-9620-1ECA-63A5-4EE6CD5FD09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926080" y="4318000"/>
            <a:ext cx="5486400" cy="388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2824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B250EC-892A-617C-4F81-3321081CE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EF25D4-B913-19AC-B5C8-CD0C549BF0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2952B8C-16EE-D6B2-D166-C6EDACFC3E8C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26080" y="462915"/>
            <a:ext cx="777240" cy="3886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EE323ED-29D0-6C81-2B15-BA87ACA56B9A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8680" y="1703070"/>
            <a:ext cx="1737360" cy="17373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197A1AD-30DC-5B5F-DC6B-229A1A8C36B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926080" y="1928813"/>
            <a:ext cx="5486400" cy="12858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>
                <a:solidFill>
                  <a:srgbClr val="5B5B5B"/>
                </a:solidFill>
              </a:rPr>
              <a:t>True or False: All of Us is free to use for analyzing data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4F08B4A-5129-9ECC-7881-7F2CB620402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62500" y="322898"/>
            <a:ext cx="4000500" cy="668654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 fontScale="62500" lnSpcReduction="20000"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CFB3055-E69D-F287-4AA7-30193CBA88FF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76661" y="433226"/>
            <a:ext cx="447999" cy="44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645E733-923A-DBFF-BE64-F33A0E61E6C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926080" y="4318000"/>
            <a:ext cx="5486400" cy="388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82684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CC94D-966C-E1D4-A044-BEC5161DE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 NYU Researchers, you can gain access to the All of Us Research Workbench to conduct novel research on a very large dataset</a:t>
            </a:r>
          </a:p>
        </p:txBody>
      </p:sp>
      <p:pic>
        <p:nvPicPr>
          <p:cNvPr id="6" name="Picture Placeholder 21">
            <a:extLst>
              <a:ext uri="{FF2B5EF4-FFF2-40B4-BE49-F238E27FC236}">
                <a16:creationId xmlns:a16="http://schemas.microsoft.com/office/drawing/2014/main" id="{B5CE4EEF-DDFC-2635-4FD3-918BE42FD46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9C0B71-8862-81BC-EDDC-3FE8ECD5BE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A385A25-8154-069A-7CE6-068005A5F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841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6">
            <a:extLst>
              <a:ext uri="{FF2B5EF4-FFF2-40B4-BE49-F238E27FC236}">
                <a16:creationId xmlns:a16="http://schemas.microsoft.com/office/drawing/2014/main" id="{9040F4EF-05A3-54B6-371C-927E91055B9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6888" y="65088"/>
            <a:ext cx="6107112" cy="5078412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79E848-B579-7765-E193-23FBFF3A2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CE48-AF9C-51EC-C6E7-B37AED9EC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Supporting text and </a:t>
            </a:r>
            <a:br>
              <a:rPr lang="en-US"/>
            </a:br>
            <a:r>
              <a:rPr lang="en-US"/>
              <a:t>contact information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7FE78-2460-4D59-0902-0C421BD9B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BA14E-4BCD-B988-3CF5-A471BAB9F8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41C0E6-2A71-4EB3-9E92-A3D15D26B6C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040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3EA7-5CDF-655B-3424-AFC62AE028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606EE-A00E-DE34-3FA6-FDA2416AAA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Supporting text and </a:t>
            </a:r>
            <a:br>
              <a:rPr lang="en-US"/>
            </a:br>
            <a:r>
              <a:rPr lang="en-US"/>
              <a:t>contact information</a:t>
            </a:r>
          </a:p>
        </p:txBody>
      </p:sp>
      <p:pic>
        <p:nvPicPr>
          <p:cNvPr id="7" name="Picture Placeholder 8">
            <a:extLst>
              <a:ext uri="{FF2B5EF4-FFF2-40B4-BE49-F238E27FC236}">
                <a16:creationId xmlns:a16="http://schemas.microsoft.com/office/drawing/2014/main" id="{EB9D2793-A7CB-6CAC-7227-E3E548F1D57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3938" y="0"/>
            <a:ext cx="3040062" cy="5143500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CFA58-2A26-1E65-C61B-FDF520C59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</p:spTree>
    <p:extLst>
      <p:ext uri="{BB962C8B-B14F-4D97-AF65-F5344CB8AC3E}">
        <p14:creationId xmlns:p14="http://schemas.microsoft.com/office/powerpoint/2010/main" val="27238311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8019D-6DC7-5EDC-3CFC-1A9354562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002" y="260604"/>
            <a:ext cx="4248150" cy="1846681"/>
          </a:xfrm>
        </p:spPr>
        <p:txBody>
          <a:bodyPr/>
          <a:lstStyle/>
          <a:p>
            <a:r>
              <a:rPr lang="en-US" sz="2000"/>
              <a:t>Works Cited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848FB-0359-DC89-5AA0-AF315FE12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002" y="1573871"/>
            <a:ext cx="5337208" cy="898923"/>
          </a:xfrm>
        </p:spPr>
        <p:txBody>
          <a:bodyPr/>
          <a:lstStyle/>
          <a:p>
            <a:pPr marL="342900" indent="-342900" algn="l" fontAlgn="base">
              <a:buFont typeface="+mj-lt"/>
              <a:buAutoNum type="arabicPeriod"/>
            </a:pPr>
            <a:r>
              <a:rPr lang="en-US" b="0" i="0">
                <a:effectLst/>
                <a:latin typeface="inherit"/>
              </a:rPr>
              <a:t>Data Browser. </a:t>
            </a:r>
            <a:r>
              <a:rPr lang="en-US" b="0" i="1">
                <a:effectLst/>
                <a:latin typeface="inherit"/>
              </a:rPr>
              <a:t>All of Us</a:t>
            </a:r>
            <a:r>
              <a:rPr lang="en-US" b="0" i="0">
                <a:effectLst/>
                <a:latin typeface="inherit"/>
              </a:rPr>
              <a:t> public data browser. Accessed March 18, 2024. </a:t>
            </a:r>
            <a:r>
              <a:rPr lang="en-US" b="0" i="0" u="none" strike="noStrike">
                <a:effectLst/>
                <a:latin typeface="inheri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https://databrowser.researchallofus.org/</a:t>
            </a:r>
            <a:endParaRPr lang="en-US" b="0" i="0">
              <a:effectLst/>
              <a:latin typeface="inherit"/>
            </a:endParaRPr>
          </a:p>
          <a:p>
            <a:pPr marL="342900" indent="-342900" algn="l" fontAlgn="base">
              <a:buFont typeface="+mj-lt"/>
              <a:buAutoNum type="arabicPeriod"/>
            </a:pPr>
            <a:r>
              <a:rPr lang="en-US" b="0" i="1">
                <a:effectLst/>
                <a:latin typeface="inherit"/>
              </a:rPr>
              <a:t>All of Us</a:t>
            </a:r>
            <a:r>
              <a:rPr lang="en-US" b="0" i="0">
                <a:effectLst/>
                <a:latin typeface="inherit"/>
              </a:rPr>
              <a:t> Research Hub. Accessed March 18, 2024. </a:t>
            </a:r>
            <a:r>
              <a:rPr lang="en-US" b="0" i="0" u="none" strike="noStrike">
                <a:effectLst/>
                <a:latin typeface="inheri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https://www.researchallofus.org/</a:t>
            </a:r>
            <a:endParaRPr lang="en-US" b="0" i="0">
              <a:effectLst/>
              <a:latin typeface="system-ui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0" i="0">
                <a:effectLst/>
                <a:latin typeface="system-ui"/>
              </a:rPr>
              <a:t>LaPolla FWZ, Barber </a:t>
            </a:r>
            <a:r>
              <a:rPr lang="en-US" b="0" i="0" err="1">
                <a:effectLst/>
                <a:latin typeface="system-ui"/>
              </a:rPr>
              <a:t>Grossi</a:t>
            </a:r>
            <a:r>
              <a:rPr lang="en-US" b="0" i="0">
                <a:effectLst/>
                <a:latin typeface="system-ui"/>
              </a:rPr>
              <a:t> M, Chen S, Guo TW, </a:t>
            </a:r>
            <a:r>
              <a:rPr lang="en-US" b="0" i="0" err="1">
                <a:effectLst/>
                <a:latin typeface="system-ui"/>
              </a:rPr>
              <a:t>Havranek</a:t>
            </a:r>
            <a:r>
              <a:rPr lang="en-US" b="0" i="0">
                <a:effectLst/>
                <a:latin typeface="system-ui"/>
              </a:rPr>
              <a:t> K, </a:t>
            </a:r>
            <a:r>
              <a:rPr lang="en-US" b="0" i="0" err="1">
                <a:effectLst/>
                <a:latin typeface="system-ui"/>
              </a:rPr>
              <a:t>Jebb</a:t>
            </a:r>
            <a:r>
              <a:rPr lang="en-US" b="0" i="0">
                <a:effectLst/>
                <a:latin typeface="system-ui"/>
              </a:rPr>
              <a:t> O, Nguyen MT, </a:t>
            </a:r>
            <a:r>
              <a:rPr lang="en-US" b="0" i="0" err="1">
                <a:effectLst/>
                <a:latin typeface="system-ui"/>
              </a:rPr>
              <a:t>Panganamamula</a:t>
            </a:r>
            <a:r>
              <a:rPr lang="en-US" b="0" i="0">
                <a:effectLst/>
                <a:latin typeface="system-ui"/>
              </a:rPr>
              <a:t> S, Smith N, </a:t>
            </a:r>
            <a:r>
              <a:rPr lang="en-US" b="0" i="0" err="1">
                <a:effectLst/>
                <a:latin typeface="system-ui"/>
              </a:rPr>
              <a:t>Sundaresh</a:t>
            </a:r>
            <a:r>
              <a:rPr lang="en-US" b="0" i="0">
                <a:effectLst/>
                <a:latin typeface="system-ui"/>
              </a:rPr>
              <a:t> S, Yu J, Mayer G. All of whom? Limitations encountered using All of Us Researcher Workbench in a Primary Care residents secondary data analysis research training block. J Am Med Inform Assoc. 2024 Jun 25:ocae162. </a:t>
            </a:r>
            <a:r>
              <a:rPr lang="en-US" b="0" i="0" err="1">
                <a:effectLst/>
                <a:latin typeface="system-ui"/>
              </a:rPr>
              <a:t>doi</a:t>
            </a:r>
            <a:r>
              <a:rPr lang="en-US" b="0" i="0">
                <a:effectLst/>
                <a:latin typeface="system-ui"/>
              </a:rPr>
              <a:t>: 10.1093/</a:t>
            </a:r>
            <a:r>
              <a:rPr lang="en-US" b="0" i="0" err="1">
                <a:effectLst/>
                <a:latin typeface="system-ui"/>
              </a:rPr>
              <a:t>jamia</a:t>
            </a:r>
            <a:r>
              <a:rPr lang="en-US" b="0" i="0">
                <a:effectLst/>
                <a:latin typeface="system-ui"/>
              </a:rPr>
              <a:t>/ocae162. </a:t>
            </a:r>
            <a:r>
              <a:rPr lang="en-US" b="0" i="0" err="1">
                <a:effectLst/>
                <a:latin typeface="system-ui"/>
              </a:rPr>
              <a:t>Epub</a:t>
            </a:r>
            <a:r>
              <a:rPr lang="en-US" b="0" i="0">
                <a:effectLst/>
                <a:latin typeface="system-ui"/>
              </a:rPr>
              <a:t> ahead of print. PMID: 38917426.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2335B54-8589-6542-D81F-AD9966A392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F0F34-6CFD-14C6-C1A6-DE34DC68D3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NYU Langone Health</a:t>
            </a:r>
          </a:p>
        </p:txBody>
      </p:sp>
    </p:spTree>
    <p:extLst>
      <p:ext uri="{BB962C8B-B14F-4D97-AF65-F5344CB8AC3E}">
        <p14:creationId xmlns:p14="http://schemas.microsoft.com/office/powerpoint/2010/main" val="20292334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43a06105-ffcd-42ee-a54a-9c5652ce7957"/>
  <p:tag name="SLIDO_EVENT_UUID" val="288e4e23-e519-41a8-b07e-64004d379d56"/>
  <p:tag name="SLIDO_EVENT_SECTION_UUID" val="32c678f0-d034-4bc3-b58c-b725de1e33c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be4785eb-d3c5-41cc-ad77-5a0d3b6f8802"/>
  <p:tag name="SLIDO_TIMELINE" val="W3sic2hvd1Jlc3VsdHMiOnRydWUsInBvbGxRdWVzdGlvblV1aWQiOiJiYmQ4YmZmZi05ZDZiLTRiM2YtODliNi0zYjlkYmJiNzAyZjcifV0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7b2c7d54-bd5a-4120-93be-d70ae9f860a8"/>
  <p:tag name="SLIDO_TIMELINE" val="W3sicG9sbFF1ZXN0aW9uVXVpZCI6ImQyYjliZjU1LTJmZGMtNDZlMC1hYzZhLTAzYjRlYmExMjczMiIsInNob3dSZXN1bHRzIjp0cnVlfV0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f1801e61-0b61-4323-ba1a-60f3de3e5d8b"/>
  <p:tag name="SLIDO_TIMELINE" val="W3sicG9sbFF1ZXN0aW9uVXVpZCI6IjhhOTAyY2QzLWY2MzEtNDcyZS1iNjJhLTVlODE3NDE2ZDE0MyIsInNob3dSZXN1bHRzIjp0cnVlfV0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3b6abf59-b8b0-493d-96c2-ee64b5432258"/>
  <p:tag name="SLIDO_TIMELINE" val="W3sic2hvd1Jlc3VsdHMiOnRydWUsInBvbGxRdWVzdGlvblV1aWQiOiJkYWY3NmZhNC1hYWU0LTQ1MzMtOTQ2NS02NDE4Zjg0NDM3NDkifV0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d0b980c1-f1b2-4ead-9234-9186080282a3"/>
  <p:tag name="SLIDO_TIMELINE" val="W3sic2hvd1Jlc3VsdHMiOnRydWUsInBvbGxRdWVzdGlvblV1aWQiOiJlOTliZjgwNi1hNjAyLTRhZWQtYTE4OS04Y2RmMjJkZWI5YTkifV0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03c06ba1-7640-4956-a170-3200bb481147"/>
  <p:tag name="SLIDO_TIMELINE" val="W3sicG9sbFF1ZXN0aW9uVXVpZCI6ImJiM2MwZTVjLWQ5ZTAtNGYzYy1iODk1LWEwNzY2ZjcxM2ZjYiIsInNob3dSZXN1bHRzIjp0cnVlfV0=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18cb517a-7877-4bb8-8a98-e886ec620ee8"/>
  <p:tag name="SLIDO_TIMELINE" val="W3sicG9sbFF1ZXN0aW9uVXVpZCI6IjgyY2Q3OGEwLTE4ODQtNDQ2YS05NmY2LWIyNTkxNjAyZDkxZSIsInNob3dSZXN1bHRzIjp0cnVlfV0=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a826ef57-5a41-488a-9518-35db777c2a7a"/>
  <p:tag name="SLIDO_TIMELINE" val="W3sicG9sbFF1ZXN0aW9uVXVpZCI6ImUxYWE1NmZhLWM5Y2UtNDc2Yy04NjVmLTkyNzNlZDRlNzUxNCIsInNob3dSZXN1bHRzIjp0cnVlfV0=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heme/theme1.xml><?xml version="1.0" encoding="utf-8"?>
<a:theme xmlns:a="http://schemas.openxmlformats.org/drawingml/2006/main" name="Office Theme">
  <a:themeElements>
    <a:clrScheme name="NYULH Classic Office Colors">
      <a:dk1>
        <a:srgbClr val="53565A"/>
      </a:dk1>
      <a:lt1>
        <a:sysClr val="window" lastClr="FFFFFF"/>
      </a:lt1>
      <a:dk2>
        <a:srgbClr val="580F8B"/>
      </a:dk2>
      <a:lt2>
        <a:srgbClr val="BEBEFF"/>
      </a:lt2>
      <a:accent1>
        <a:srgbClr val="8000FF"/>
      </a:accent1>
      <a:accent2>
        <a:srgbClr val="E7A12D"/>
      </a:accent2>
      <a:accent3>
        <a:srgbClr val="0592C1"/>
      </a:accent3>
      <a:accent4>
        <a:srgbClr val="E25B6A"/>
      </a:accent4>
      <a:accent5>
        <a:srgbClr val="3FB0A6"/>
      </a:accent5>
      <a:accent6>
        <a:srgbClr val="84A1BE"/>
      </a:accent6>
      <a:hlink>
        <a:srgbClr val="8000FF"/>
      </a:hlink>
      <a:folHlink>
        <a:srgbClr val="AE73FF"/>
      </a:folHlink>
    </a:clrScheme>
    <a:fontScheme name="NYULH Offic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4" id="{204AD39B-1D21-C44D-921E-B63755574F46}" vid="{BEE7D715-BAAA-D948-AF83-3C091BEFE4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fbaa41d-1154-42d1-ac5d-48f5098af74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5C8BF2F4F7554FAEE0A73D4B80A94D" ma:contentTypeVersion="17" ma:contentTypeDescription="Create a new document." ma:contentTypeScope="" ma:versionID="cbefae27a26f6113999487000f36b2e7">
  <xsd:schema xmlns:xsd="http://www.w3.org/2001/XMLSchema" xmlns:xs="http://www.w3.org/2001/XMLSchema" xmlns:p="http://schemas.microsoft.com/office/2006/metadata/properties" xmlns:ns3="37f75da5-9717-454b-aca6-62d9c2e59169" xmlns:ns4="ffbaa41d-1154-42d1-ac5d-48f5098af74a" targetNamespace="http://schemas.microsoft.com/office/2006/metadata/properties" ma:root="true" ma:fieldsID="9cc67b84960c2a0af27f5643ef76580c" ns3:_="" ns4:_="">
    <xsd:import namespace="37f75da5-9717-454b-aca6-62d9c2e59169"/>
    <xsd:import namespace="ffbaa41d-1154-42d1-ac5d-48f5098af74a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  <xsd:element ref="ns4:MediaServiceAutoTags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ObjectDetectorVersions" minOccurs="0"/>
                <xsd:element ref="ns4:MediaServiceGenerationTime" minOccurs="0"/>
                <xsd:element ref="ns4:MediaServiceEventHashCode" minOccurs="0"/>
                <xsd:element ref="ns4:MediaServiceSystemTags" minOccurs="0"/>
                <xsd:element ref="ns4:MediaServiceSearchProperties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f75da5-9717-454b-aca6-62d9c2e5916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baa41d-1154-42d1-ac5d-48f5098af7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765B1B-6C99-4720-B22A-0B7FF44B007C}">
  <ds:schemaRefs>
    <ds:schemaRef ds:uri="37f75da5-9717-454b-aca6-62d9c2e59169"/>
    <ds:schemaRef ds:uri="ffbaa41d-1154-42d1-ac5d-48f5098af74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C3BCC15-BD75-4BEF-826E-173ADC95636C}">
  <ds:schemaRefs>
    <ds:schemaRef ds:uri="37f75da5-9717-454b-aca6-62d9c2e59169"/>
    <ds:schemaRef ds:uri="ffbaa41d-1154-42d1-ac5d-48f5098af74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1BA1AD0-EC5D-41DB-8C8E-6B88790872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NYUGSOM-Logo_Classical-Light_16x9_240401</Template>
  <Application>Microsoft Office PowerPoint</Application>
  <PresentationFormat>On-screen Show (16:9)</PresentationFormat>
  <Slides>35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All of Us</vt:lpstr>
      <vt:lpstr>Outcomes  </vt:lpstr>
      <vt:lpstr>PowerPoint Presentation</vt:lpstr>
      <vt:lpstr>PowerPoint Presentation</vt:lpstr>
      <vt:lpstr>PowerPoint Presentation</vt:lpstr>
      <vt:lpstr>All of Us</vt:lpstr>
      <vt:lpstr>All of Us Core Values</vt:lpstr>
      <vt:lpstr>All of Us Data Types</vt:lpstr>
      <vt:lpstr>Accessing All of Us Program Data</vt:lpstr>
      <vt:lpstr>PowerPoint Presentation</vt:lpstr>
      <vt:lpstr>PowerPoint Presentation</vt:lpstr>
      <vt:lpstr>Accessing All of Us Program Data</vt:lpstr>
      <vt:lpstr>Accessing All of Us Program Data Requirements</vt:lpstr>
      <vt:lpstr>Accessing All of Us Program Data Requirements</vt:lpstr>
      <vt:lpstr>Accessing All of Us Program Limitations</vt:lpstr>
      <vt:lpstr>Accessing All of Us Program Researcher Workbench</vt:lpstr>
      <vt:lpstr>Accessing All of Us Program Researcher Workbench</vt:lpstr>
      <vt:lpstr>Workspace Creation</vt:lpstr>
      <vt:lpstr>Workspace Creation</vt:lpstr>
      <vt:lpstr>Cohort Builder: Who</vt:lpstr>
      <vt:lpstr>Defining your cohort </vt:lpstr>
      <vt:lpstr>Defining your cohort </vt:lpstr>
      <vt:lpstr>Dataset Builder: What</vt:lpstr>
      <vt:lpstr>Defining your dataset</vt:lpstr>
      <vt:lpstr>Defining your dataset</vt:lpstr>
      <vt:lpstr>Analysis: Why</vt:lpstr>
      <vt:lpstr>Analyzing your dataset</vt:lpstr>
      <vt:lpstr>Review</vt:lpstr>
      <vt:lpstr>PowerPoint Presentation</vt:lpstr>
      <vt:lpstr>PowerPoint Presentation</vt:lpstr>
      <vt:lpstr>PowerPoint Presentation</vt:lpstr>
      <vt:lpstr>As NYU Researchers, you can gain access to the All of Us Research Workbench to conduct novel research on a very large dataset</vt:lpstr>
      <vt:lpstr>Q&amp;A</vt:lpstr>
      <vt:lpstr>Thank you</vt:lpstr>
      <vt:lpstr>Works Cited</vt:lpstr>
    </vt:vector>
  </TitlesOfParts>
  <Company>NYU Langone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of Us</dc:title>
  <dc:creator>LaPolla, Fred</dc:creator>
  <cp:revision>168</cp:revision>
  <dcterms:created xsi:type="dcterms:W3CDTF">2024-09-12T19:27:05Z</dcterms:created>
  <dcterms:modified xsi:type="dcterms:W3CDTF">2025-11-13T14:21:15Z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0x010100495C8BF2F4F7554FAEE0A73D4B80A94D</vt:lpwstr>
  </property>
</Properties>
</file>